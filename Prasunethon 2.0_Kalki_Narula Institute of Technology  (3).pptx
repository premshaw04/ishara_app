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hsing" charset="0"/>
      <p:regular r:id="rId11"/>
    </p:embeddedFont>
    <p:embeddedFont>
      <p:font typeface="Brick Sans" panose="020B0604020202020204" charset="0"/>
      <p:regular r:id="rId12"/>
    </p:embeddedFon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Canva Sans Medium" panose="020B0604020202020204" charset="0"/>
      <p:regular r:id="rId15"/>
    </p:embeddedFont>
    <p:embeddedFont>
      <p:font typeface="Fredoka" panose="020B0604020202020204" charset="0"/>
      <p:regular r:id="rId16"/>
    </p:embeddedFont>
    <p:embeddedFont>
      <p:font typeface="Gagalin" panose="020B0604020202020204" charset="0"/>
      <p:regular r:id="rId17"/>
    </p:embeddedFont>
    <p:embeddedFont>
      <p:font typeface="Handsome" panose="020B0604020202020204" charset="0"/>
      <p:regular r:id="rId18"/>
    </p:embeddedFont>
    <p:embeddedFont>
      <p:font typeface="League Spartan" panose="020B0604020202020204" charset="0"/>
      <p:regular r:id="rId19"/>
    </p:embeddedFont>
    <p:embeddedFont>
      <p:font typeface="Montserrat" panose="00000500000000000000" pitchFamily="2" charset="0"/>
      <p:regular r:id="rId20"/>
    </p:embeddedFont>
    <p:embeddedFont>
      <p:font typeface="Montserrat Bold" panose="00000800000000000000" charset="0"/>
      <p:regular r:id="rId21"/>
    </p:embeddedFont>
    <p:embeddedFont>
      <p:font typeface="Montserrat Semi-Bold" panose="020B0604020202020204" charset="0"/>
      <p:regular r:id="rId22"/>
    </p:embeddedFont>
    <p:embeddedFont>
      <p:font typeface="Poppins Bold" panose="020B0604020202020204" charset="0"/>
      <p:regular r:id="rId23"/>
    </p:embeddedFont>
    <p:embeddedFont>
      <p:font typeface="Poppins Bold Italics" panose="020B0604020202020204" charset="0"/>
      <p:regular r:id="rId24"/>
    </p:embeddedFont>
    <p:embeddedFont>
      <p:font typeface="Poppins Semi-Bold" panose="020B0604020202020204" charset="0"/>
      <p:regular r:id="rId25"/>
    </p:embeddedFont>
    <p:embeddedFont>
      <p:font typeface="Shrikhan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1.png"/><Relationship Id="rId10" Type="http://schemas.openxmlformats.org/officeDocument/2006/relationships/image" Target="../media/image13.png"/><Relationship Id="rId4" Type="http://schemas.openxmlformats.org/officeDocument/2006/relationships/image" Target="../media/image8.svg"/><Relationship Id="rId9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svg"/><Relationship Id="rId18" Type="http://schemas.openxmlformats.org/officeDocument/2006/relationships/image" Target="../media/image3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17" Type="http://schemas.openxmlformats.org/officeDocument/2006/relationships/image" Target="../media/image30.sv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5" Type="http://schemas.openxmlformats.org/officeDocument/2006/relationships/image" Target="../media/image2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17.svg"/><Relationship Id="rId7" Type="http://schemas.openxmlformats.org/officeDocument/2006/relationships/image" Target="../media/image34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18.svg"/><Relationship Id="rId10" Type="http://schemas.openxmlformats.org/officeDocument/2006/relationships/image" Target="../media/image37.svg"/><Relationship Id="rId4" Type="http://schemas.openxmlformats.org/officeDocument/2006/relationships/image" Target="../media/image32.svg"/><Relationship Id="rId9" Type="http://schemas.openxmlformats.org/officeDocument/2006/relationships/image" Target="../media/image3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16.svg"/><Relationship Id="rId7" Type="http://schemas.openxmlformats.org/officeDocument/2006/relationships/image" Target="../media/image39.jpeg"/><Relationship Id="rId12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43.svg"/><Relationship Id="rId5" Type="http://schemas.openxmlformats.org/officeDocument/2006/relationships/image" Target="../media/image18.svg"/><Relationship Id="rId10" Type="http://schemas.openxmlformats.org/officeDocument/2006/relationships/image" Target="../media/image42.jpeg"/><Relationship Id="rId4" Type="http://schemas.openxmlformats.org/officeDocument/2006/relationships/image" Target="../media/image17.svg"/><Relationship Id="rId9" Type="http://schemas.openxmlformats.org/officeDocument/2006/relationships/image" Target="../media/image4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16.svg"/><Relationship Id="rId7" Type="http://schemas.openxmlformats.org/officeDocument/2006/relationships/image" Target="../media/image4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7.svg"/><Relationship Id="rId7" Type="http://schemas.openxmlformats.org/officeDocument/2006/relationships/image" Target="../media/image46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18.svg"/><Relationship Id="rId9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13" Type="http://schemas.openxmlformats.org/officeDocument/2006/relationships/image" Target="../media/image59.svg"/><Relationship Id="rId18" Type="http://schemas.openxmlformats.org/officeDocument/2006/relationships/image" Target="../media/image64.svg"/><Relationship Id="rId3" Type="http://schemas.openxmlformats.org/officeDocument/2006/relationships/image" Target="../media/image16.svg"/><Relationship Id="rId21" Type="http://schemas.openxmlformats.org/officeDocument/2006/relationships/image" Target="../media/image67.svg"/><Relationship Id="rId7" Type="http://schemas.openxmlformats.org/officeDocument/2006/relationships/image" Target="../media/image53.svg"/><Relationship Id="rId12" Type="http://schemas.openxmlformats.org/officeDocument/2006/relationships/image" Target="../media/image58.svg"/><Relationship Id="rId17" Type="http://schemas.openxmlformats.org/officeDocument/2006/relationships/image" Target="../media/image63.svg"/><Relationship Id="rId2" Type="http://schemas.openxmlformats.org/officeDocument/2006/relationships/image" Target="../media/image1.png"/><Relationship Id="rId16" Type="http://schemas.openxmlformats.org/officeDocument/2006/relationships/image" Target="../media/image62.svg"/><Relationship Id="rId20" Type="http://schemas.openxmlformats.org/officeDocument/2006/relationships/image" Target="../media/image6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svg"/><Relationship Id="rId11" Type="http://schemas.openxmlformats.org/officeDocument/2006/relationships/image" Target="../media/image57.svg"/><Relationship Id="rId5" Type="http://schemas.openxmlformats.org/officeDocument/2006/relationships/image" Target="../media/image18.svg"/><Relationship Id="rId15" Type="http://schemas.openxmlformats.org/officeDocument/2006/relationships/image" Target="../media/image61.svg"/><Relationship Id="rId23" Type="http://schemas.openxmlformats.org/officeDocument/2006/relationships/image" Target="../media/image69.png"/><Relationship Id="rId10" Type="http://schemas.openxmlformats.org/officeDocument/2006/relationships/image" Target="../media/image56.svg"/><Relationship Id="rId19" Type="http://schemas.openxmlformats.org/officeDocument/2006/relationships/image" Target="../media/image65.svg"/><Relationship Id="rId4" Type="http://schemas.openxmlformats.org/officeDocument/2006/relationships/image" Target="../media/image17.svg"/><Relationship Id="rId9" Type="http://schemas.openxmlformats.org/officeDocument/2006/relationships/image" Target="../media/image55.svg"/><Relationship Id="rId14" Type="http://schemas.openxmlformats.org/officeDocument/2006/relationships/image" Target="../media/image60.svg"/><Relationship Id="rId22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67348" y="190500"/>
            <a:ext cx="9801679" cy="1146432"/>
            <a:chOff x="0" y="0"/>
            <a:chExt cx="2581512" cy="3019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1512" cy="301941"/>
            </a:xfrm>
            <a:custGeom>
              <a:avLst/>
              <a:gdLst/>
              <a:ahLst/>
              <a:cxnLst/>
              <a:rect l="l" t="t" r="r" b="b"/>
              <a:pathLst>
                <a:path w="2581512" h="301941">
                  <a:moveTo>
                    <a:pt x="78986" y="0"/>
                  </a:moveTo>
                  <a:lnTo>
                    <a:pt x="2502527" y="0"/>
                  </a:lnTo>
                  <a:cubicBezTo>
                    <a:pt x="2523475" y="0"/>
                    <a:pt x="2543565" y="8322"/>
                    <a:pt x="2558378" y="23134"/>
                  </a:cubicBezTo>
                  <a:cubicBezTo>
                    <a:pt x="2573191" y="37947"/>
                    <a:pt x="2581512" y="58037"/>
                    <a:pt x="2581512" y="78986"/>
                  </a:cubicBezTo>
                  <a:lnTo>
                    <a:pt x="2581512" y="222955"/>
                  </a:lnTo>
                  <a:cubicBezTo>
                    <a:pt x="2581512" y="266578"/>
                    <a:pt x="2546149" y="301941"/>
                    <a:pt x="2502527" y="301941"/>
                  </a:cubicBezTo>
                  <a:lnTo>
                    <a:pt x="78986" y="301941"/>
                  </a:lnTo>
                  <a:cubicBezTo>
                    <a:pt x="35363" y="301941"/>
                    <a:pt x="0" y="266578"/>
                    <a:pt x="0" y="222955"/>
                  </a:cubicBezTo>
                  <a:lnTo>
                    <a:pt x="0" y="78986"/>
                  </a:lnTo>
                  <a:cubicBezTo>
                    <a:pt x="0" y="35363"/>
                    <a:pt x="35363" y="0"/>
                    <a:pt x="78986" y="0"/>
                  </a:cubicBezTo>
                  <a:close/>
                </a:path>
              </a:pathLst>
            </a:custGeom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81512" cy="340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676215" y="342900"/>
            <a:ext cx="9406068" cy="898649"/>
            <a:chOff x="0" y="0"/>
            <a:chExt cx="2477318" cy="2366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77318" cy="236681"/>
            </a:xfrm>
            <a:custGeom>
              <a:avLst/>
              <a:gdLst/>
              <a:ahLst/>
              <a:cxnLst/>
              <a:rect l="l" t="t" r="r" b="b"/>
              <a:pathLst>
                <a:path w="2477318" h="236681">
                  <a:moveTo>
                    <a:pt x="82308" y="0"/>
                  </a:moveTo>
                  <a:lnTo>
                    <a:pt x="2395011" y="0"/>
                  </a:lnTo>
                  <a:cubicBezTo>
                    <a:pt x="2416840" y="0"/>
                    <a:pt x="2437775" y="8672"/>
                    <a:pt x="2453211" y="24107"/>
                  </a:cubicBezTo>
                  <a:cubicBezTo>
                    <a:pt x="2468647" y="39543"/>
                    <a:pt x="2477318" y="60478"/>
                    <a:pt x="2477318" y="82308"/>
                  </a:cubicBezTo>
                  <a:lnTo>
                    <a:pt x="2477318" y="154374"/>
                  </a:lnTo>
                  <a:cubicBezTo>
                    <a:pt x="2477318" y="176203"/>
                    <a:pt x="2468647" y="197138"/>
                    <a:pt x="2453211" y="212574"/>
                  </a:cubicBezTo>
                  <a:cubicBezTo>
                    <a:pt x="2437775" y="228010"/>
                    <a:pt x="2416840" y="236681"/>
                    <a:pt x="2395011" y="236681"/>
                  </a:cubicBezTo>
                  <a:lnTo>
                    <a:pt x="82308" y="236681"/>
                  </a:lnTo>
                  <a:cubicBezTo>
                    <a:pt x="60478" y="236681"/>
                    <a:pt x="39543" y="228010"/>
                    <a:pt x="24107" y="212574"/>
                  </a:cubicBezTo>
                  <a:cubicBezTo>
                    <a:pt x="8672" y="197138"/>
                    <a:pt x="0" y="176203"/>
                    <a:pt x="0" y="154374"/>
                  </a:cubicBezTo>
                  <a:lnTo>
                    <a:pt x="0" y="82308"/>
                  </a:lnTo>
                  <a:cubicBezTo>
                    <a:pt x="0" y="60478"/>
                    <a:pt x="8672" y="39543"/>
                    <a:pt x="24107" y="24107"/>
                  </a:cubicBezTo>
                  <a:cubicBezTo>
                    <a:pt x="39543" y="8672"/>
                    <a:pt x="60478" y="0"/>
                    <a:pt x="82308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77318" cy="274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630400" y="38100"/>
            <a:ext cx="4264059" cy="10287000"/>
            <a:chOff x="0" y="0"/>
            <a:chExt cx="1123044" cy="27093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23044" cy="2709333"/>
            </a:xfrm>
            <a:custGeom>
              <a:avLst/>
              <a:gdLst/>
              <a:ahLst/>
              <a:cxnLst/>
              <a:rect l="l" t="t" r="r" b="b"/>
              <a:pathLst>
                <a:path w="1123044" h="2709333">
                  <a:moveTo>
                    <a:pt x="92597" y="0"/>
                  </a:moveTo>
                  <a:lnTo>
                    <a:pt x="1030448" y="0"/>
                  </a:lnTo>
                  <a:cubicBezTo>
                    <a:pt x="1081587" y="0"/>
                    <a:pt x="1123044" y="41457"/>
                    <a:pt x="1123044" y="92597"/>
                  </a:cubicBezTo>
                  <a:lnTo>
                    <a:pt x="1123044" y="2616737"/>
                  </a:lnTo>
                  <a:cubicBezTo>
                    <a:pt x="1123044" y="2667876"/>
                    <a:pt x="1081587" y="2709333"/>
                    <a:pt x="1030448" y="2709333"/>
                  </a:cubicBezTo>
                  <a:lnTo>
                    <a:pt x="92597" y="2709333"/>
                  </a:lnTo>
                  <a:cubicBezTo>
                    <a:pt x="41457" y="2709333"/>
                    <a:pt x="0" y="2667876"/>
                    <a:pt x="0" y="2616737"/>
                  </a:cubicBezTo>
                  <a:lnTo>
                    <a:pt x="0" y="92597"/>
                  </a:lnTo>
                  <a:cubicBezTo>
                    <a:pt x="0" y="41457"/>
                    <a:pt x="41457" y="0"/>
                    <a:pt x="92597" y="0"/>
                  </a:cubicBezTo>
                  <a:close/>
                </a:path>
              </a:pathLst>
            </a:custGeom>
            <a:solidFill>
              <a:srgbClr val="DCE2E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2304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907619" y="7947159"/>
            <a:ext cx="3380381" cy="2068769"/>
            <a:chOff x="0" y="0"/>
            <a:chExt cx="890306" cy="54486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90306" cy="544861"/>
            </a:xfrm>
            <a:custGeom>
              <a:avLst/>
              <a:gdLst/>
              <a:ahLst/>
              <a:cxnLst/>
              <a:rect l="l" t="t" r="r" b="b"/>
              <a:pathLst>
                <a:path w="890306" h="544861">
                  <a:moveTo>
                    <a:pt x="116803" y="0"/>
                  </a:moveTo>
                  <a:lnTo>
                    <a:pt x="773503" y="0"/>
                  </a:lnTo>
                  <a:cubicBezTo>
                    <a:pt x="838012" y="0"/>
                    <a:pt x="890306" y="52294"/>
                    <a:pt x="890306" y="116803"/>
                  </a:cubicBezTo>
                  <a:lnTo>
                    <a:pt x="890306" y="428058"/>
                  </a:lnTo>
                  <a:cubicBezTo>
                    <a:pt x="890306" y="492567"/>
                    <a:pt x="838012" y="544861"/>
                    <a:pt x="773503" y="544861"/>
                  </a:cubicBezTo>
                  <a:lnTo>
                    <a:pt x="116803" y="544861"/>
                  </a:lnTo>
                  <a:cubicBezTo>
                    <a:pt x="52294" y="544861"/>
                    <a:pt x="0" y="492567"/>
                    <a:pt x="0" y="428058"/>
                  </a:cubicBezTo>
                  <a:lnTo>
                    <a:pt x="0" y="116803"/>
                  </a:lnTo>
                  <a:cubicBezTo>
                    <a:pt x="0" y="52294"/>
                    <a:pt x="52294" y="0"/>
                    <a:pt x="11680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90306" cy="582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059956" y="8205066"/>
            <a:ext cx="3075708" cy="776477"/>
            <a:chOff x="0" y="0"/>
            <a:chExt cx="810063" cy="2045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0063" cy="204504"/>
            </a:xfrm>
            <a:custGeom>
              <a:avLst/>
              <a:gdLst/>
              <a:ahLst/>
              <a:cxnLst/>
              <a:rect l="l" t="t" r="r" b="b"/>
              <a:pathLst>
                <a:path w="810063" h="204504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259300" y="8302708"/>
            <a:ext cx="581194" cy="58119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522133" y="3765175"/>
            <a:ext cx="1560151" cy="636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79"/>
              </a:lnSpc>
            </a:pPr>
            <a:r>
              <a:rPr lang="en-US" sz="5199" spc="-301">
                <a:solidFill>
                  <a:srgbClr val="101B40"/>
                </a:solidFill>
                <a:latin typeface="Fredoka"/>
                <a:ea typeface="Fredoka"/>
                <a:cs typeface="Fredoka"/>
                <a:sym typeface="Fredoka"/>
              </a:rPr>
              <a:t>Title:</a:t>
            </a:r>
          </a:p>
        </p:txBody>
      </p:sp>
      <p:sp>
        <p:nvSpPr>
          <p:cNvPr id="21" name="Freeform 21"/>
          <p:cNvSpPr/>
          <p:nvPr/>
        </p:nvSpPr>
        <p:spPr>
          <a:xfrm>
            <a:off x="5915474" y="1792783"/>
            <a:ext cx="5968289" cy="6431132"/>
          </a:xfrm>
          <a:custGeom>
            <a:avLst/>
            <a:gdLst/>
            <a:ahLst/>
            <a:cxnLst/>
            <a:rect l="l" t="t" r="r" b="b"/>
            <a:pathLst>
              <a:path w="5968289" h="6431132">
                <a:moveTo>
                  <a:pt x="0" y="0"/>
                </a:moveTo>
                <a:lnTo>
                  <a:pt x="5968289" y="0"/>
                </a:lnTo>
                <a:lnTo>
                  <a:pt x="5968289" y="6431132"/>
                </a:lnTo>
                <a:lnTo>
                  <a:pt x="0" y="6431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-39844" t="-15899" r="-41267" b="-52176"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11276452" y="3487988"/>
            <a:ext cx="2051512" cy="1038242"/>
            <a:chOff x="0" y="0"/>
            <a:chExt cx="540316" cy="27344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40316" cy="273446"/>
            </a:xfrm>
            <a:custGeom>
              <a:avLst/>
              <a:gdLst/>
              <a:ahLst/>
              <a:cxnLst/>
              <a:rect l="l" t="t" r="r" b="b"/>
              <a:pathLst>
                <a:path w="540316" h="273446">
                  <a:moveTo>
                    <a:pt x="136723" y="0"/>
                  </a:moveTo>
                  <a:lnTo>
                    <a:pt x="403593" y="0"/>
                  </a:lnTo>
                  <a:cubicBezTo>
                    <a:pt x="479103" y="0"/>
                    <a:pt x="540316" y="61213"/>
                    <a:pt x="540316" y="136723"/>
                  </a:cubicBezTo>
                  <a:lnTo>
                    <a:pt x="540316" y="136723"/>
                  </a:lnTo>
                  <a:cubicBezTo>
                    <a:pt x="540316" y="212233"/>
                    <a:pt x="479103" y="273446"/>
                    <a:pt x="403593" y="273446"/>
                  </a:cubicBezTo>
                  <a:lnTo>
                    <a:pt x="136723" y="273446"/>
                  </a:lnTo>
                  <a:cubicBezTo>
                    <a:pt x="61213" y="273446"/>
                    <a:pt x="0" y="212233"/>
                    <a:pt x="0" y="136723"/>
                  </a:cubicBezTo>
                  <a:lnTo>
                    <a:pt x="0" y="136723"/>
                  </a:lnTo>
                  <a:cubicBezTo>
                    <a:pt x="0" y="61213"/>
                    <a:pt x="61213" y="0"/>
                    <a:pt x="136723" y="0"/>
                  </a:cubicBezTo>
                  <a:close/>
                </a:path>
              </a:pathLst>
            </a:custGeom>
            <a:ln w="38100" cap="rnd">
              <a:solidFill>
                <a:srgbClr val="D7AC63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540316" cy="330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71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 rot="5482868">
            <a:off x="12677387" y="7422038"/>
            <a:ext cx="1625896" cy="2520770"/>
          </a:xfrm>
          <a:custGeom>
            <a:avLst/>
            <a:gdLst/>
            <a:ahLst/>
            <a:cxnLst/>
            <a:rect l="l" t="t" r="r" b="b"/>
            <a:pathLst>
              <a:path w="1625896" h="2520770">
                <a:moveTo>
                  <a:pt x="0" y="0"/>
                </a:moveTo>
                <a:lnTo>
                  <a:pt x="1625897" y="0"/>
                </a:lnTo>
                <a:lnTo>
                  <a:pt x="1625897" y="2520770"/>
                </a:lnTo>
                <a:lnTo>
                  <a:pt x="0" y="2520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-190252" y="94704"/>
            <a:ext cx="5754965" cy="4114800"/>
          </a:xfrm>
          <a:custGeom>
            <a:avLst/>
            <a:gdLst/>
            <a:ahLst/>
            <a:cxnLst/>
            <a:rect l="l" t="t" r="r" b="b"/>
            <a:pathLst>
              <a:path w="5754965" h="4114800">
                <a:moveTo>
                  <a:pt x="0" y="0"/>
                </a:moveTo>
                <a:lnTo>
                  <a:pt x="5754965" y="0"/>
                </a:lnTo>
                <a:lnTo>
                  <a:pt x="57549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-190252" y="7200951"/>
            <a:ext cx="7315200" cy="3218688"/>
          </a:xfrm>
          <a:custGeom>
            <a:avLst/>
            <a:gdLst/>
            <a:ahLst/>
            <a:cxnLst/>
            <a:rect l="l" t="t" r="r" b="b"/>
            <a:pathLst>
              <a:path w="7315200" h="3218688">
                <a:moveTo>
                  <a:pt x="0" y="0"/>
                </a:moveTo>
                <a:lnTo>
                  <a:pt x="7315200" y="0"/>
                </a:lnTo>
                <a:lnTo>
                  <a:pt x="7315200" y="3218688"/>
                </a:lnTo>
                <a:lnTo>
                  <a:pt x="0" y="3218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10800000">
            <a:off x="14235871" y="-107691"/>
            <a:ext cx="4052129" cy="6535692"/>
          </a:xfrm>
          <a:custGeom>
            <a:avLst/>
            <a:gdLst/>
            <a:ahLst/>
            <a:cxnLst/>
            <a:rect l="l" t="t" r="r" b="b"/>
            <a:pathLst>
              <a:path w="4052129" h="6535692">
                <a:moveTo>
                  <a:pt x="0" y="0"/>
                </a:moveTo>
                <a:lnTo>
                  <a:pt x="4052129" y="0"/>
                </a:lnTo>
                <a:lnTo>
                  <a:pt x="4052129" y="6535692"/>
                </a:lnTo>
                <a:lnTo>
                  <a:pt x="0" y="65356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1883763" y="4509541"/>
            <a:ext cx="6816817" cy="286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u="sng" spc="-231">
                <a:solidFill>
                  <a:srgbClr val="101B40"/>
                </a:solidFill>
                <a:latin typeface="Fredoka"/>
                <a:ea typeface="Fredoka"/>
                <a:cs typeface="Fredoka"/>
                <a:sym typeface="Fredoka"/>
              </a:rPr>
              <a:t>ISHARA</a:t>
            </a:r>
          </a:p>
          <a:p>
            <a:pPr algn="l">
              <a:lnSpc>
                <a:spcPts val="4339"/>
              </a:lnSpc>
            </a:pPr>
            <a:r>
              <a:rPr lang="en-US" sz="3099" spc="-179">
                <a:solidFill>
                  <a:srgbClr val="101B40"/>
                </a:solidFill>
                <a:latin typeface="Handsome"/>
                <a:ea typeface="Handsome"/>
                <a:cs typeface="Handsome"/>
                <a:sym typeface="Handsome"/>
              </a:rPr>
              <a:t>Breaking Communication Barriers</a:t>
            </a:r>
          </a:p>
          <a:p>
            <a:pPr algn="l">
              <a:lnSpc>
                <a:spcPts val="4339"/>
              </a:lnSpc>
            </a:pPr>
            <a:r>
              <a:rPr lang="en-US" sz="3099" spc="-179">
                <a:solidFill>
                  <a:srgbClr val="101B40"/>
                </a:solidFill>
                <a:latin typeface="Handsome"/>
                <a:ea typeface="Handsome"/>
                <a:cs typeface="Handsome"/>
                <a:sym typeface="Handsome"/>
              </a:rPr>
              <a:t> AI Powered Sign Language Translation 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 spc="-179">
                <a:solidFill>
                  <a:srgbClr val="101B40"/>
                </a:solidFill>
                <a:latin typeface="Handsome"/>
                <a:ea typeface="Handsome"/>
                <a:cs typeface="Handsome"/>
                <a:sym typeface="Handsome"/>
              </a:rPr>
              <a:t>"Transforming silence into conversation through Artificial Intelligence."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82887" y="407849"/>
            <a:ext cx="8392724" cy="1823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40"/>
              </a:lnSpc>
              <a:spcBef>
                <a:spcPct val="0"/>
              </a:spcBef>
            </a:pPr>
            <a:r>
              <a:rPr lang="en-US" sz="5100" spc="10" dirty="0">
                <a:solidFill>
                  <a:srgbClr val="F1F1F1"/>
                </a:solidFill>
                <a:latin typeface="Brick Sans"/>
                <a:ea typeface="Brick Sans"/>
                <a:cs typeface="Brick Sans"/>
                <a:sym typeface="Brick Sans"/>
              </a:rPr>
              <a:t>PRASUNETHON 2.0</a:t>
            </a:r>
          </a:p>
          <a:p>
            <a:pPr marL="0" lvl="0" indent="0" algn="ctr">
              <a:lnSpc>
                <a:spcPts val="7140"/>
              </a:lnSpc>
              <a:spcBef>
                <a:spcPct val="0"/>
              </a:spcBef>
            </a:pPr>
            <a:endParaRPr lang="en-US" sz="5100" spc="10" dirty="0">
              <a:solidFill>
                <a:srgbClr val="F1F1F1"/>
              </a:solidFill>
              <a:latin typeface="Brick Sans"/>
              <a:ea typeface="Brick Sans"/>
              <a:cs typeface="Brick Sans"/>
              <a:sym typeface="Brick San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5288645" y="9277350"/>
            <a:ext cx="2618330" cy="504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99"/>
              </a:lnSpc>
            </a:pPr>
            <a:r>
              <a:rPr lang="en-US" sz="1851" b="1" spc="-131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THE PROBLEM &amp; WHY IT  MATTERS.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22165" y="8414415"/>
            <a:ext cx="2037135" cy="39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851" b="1" spc="-202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Slide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575611" y="8147916"/>
            <a:ext cx="1906241" cy="1011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7"/>
              </a:lnSpc>
              <a:spcBef>
                <a:spcPct val="0"/>
              </a:spcBef>
            </a:pPr>
            <a:r>
              <a:rPr lang="en-US" sz="2912" spc="-168">
                <a:solidFill>
                  <a:srgbClr val="101B40"/>
                </a:solidFill>
                <a:latin typeface="Handsome"/>
                <a:ea typeface="Handsome"/>
                <a:cs typeface="Handsome"/>
                <a:sym typeface="Handsome"/>
              </a:rPr>
              <a:t>Every Gesture Deserves a Voice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16241" y="2281024"/>
            <a:ext cx="8997753" cy="6794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68"/>
              </a:lnSpc>
            </a:pPr>
            <a:r>
              <a:rPr lang="en-US" sz="5191" spc="-301" dirty="0">
                <a:solidFill>
                  <a:srgbClr val="101B40"/>
                </a:solidFill>
                <a:latin typeface="Fredoka"/>
                <a:ea typeface="Fredoka"/>
                <a:cs typeface="Fredoka"/>
                <a:sym typeface="Fredoka"/>
              </a:rPr>
              <a:t>Team Name: </a:t>
            </a:r>
          </a:p>
          <a:p>
            <a:pPr algn="just">
              <a:lnSpc>
                <a:spcPts val="5666"/>
              </a:lnSpc>
            </a:pPr>
            <a:r>
              <a:rPr lang="en-US" sz="4047" spc="-234" dirty="0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Kalki</a:t>
            </a:r>
          </a:p>
          <a:p>
            <a:pPr algn="just">
              <a:lnSpc>
                <a:spcPts val="7268"/>
              </a:lnSpc>
            </a:pPr>
            <a:r>
              <a:rPr lang="en-US" sz="5191" spc="-301" dirty="0">
                <a:solidFill>
                  <a:srgbClr val="101B40"/>
                </a:solidFill>
                <a:latin typeface="Fredoka"/>
                <a:ea typeface="Fredoka"/>
                <a:cs typeface="Fredoka"/>
                <a:sym typeface="Fredoka"/>
              </a:rPr>
              <a:t>Institute Name:</a:t>
            </a:r>
          </a:p>
          <a:p>
            <a:pPr algn="just">
              <a:lnSpc>
                <a:spcPts val="5666"/>
              </a:lnSpc>
            </a:pPr>
            <a:r>
              <a:rPr lang="en-US" sz="4047" spc="-234" dirty="0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Narula Institute of  Technology</a:t>
            </a:r>
          </a:p>
          <a:p>
            <a:pPr algn="l">
              <a:lnSpc>
                <a:spcPts val="7268"/>
              </a:lnSpc>
            </a:pPr>
            <a:r>
              <a:rPr lang="en-US" sz="5191" spc="-301" dirty="0">
                <a:solidFill>
                  <a:srgbClr val="101B40"/>
                </a:solidFill>
                <a:latin typeface="Fredoka"/>
                <a:ea typeface="Fredoka"/>
                <a:cs typeface="Fredoka"/>
                <a:sym typeface="Fredoka"/>
              </a:rPr>
              <a:t>Team members:</a:t>
            </a:r>
          </a:p>
          <a:p>
            <a:pPr algn="l">
              <a:lnSpc>
                <a:spcPts val="4865"/>
              </a:lnSpc>
            </a:pPr>
            <a:r>
              <a:rPr lang="en-US" sz="3475" spc="-201" dirty="0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Prem Kumar Shaw</a:t>
            </a:r>
          </a:p>
          <a:p>
            <a:pPr algn="l">
              <a:lnSpc>
                <a:spcPts val="4865"/>
              </a:lnSpc>
            </a:pPr>
            <a:r>
              <a:rPr lang="en-US" sz="3475" spc="-201" dirty="0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Md. Gufran</a:t>
            </a:r>
          </a:p>
          <a:p>
            <a:pPr algn="l">
              <a:lnSpc>
                <a:spcPts val="4865"/>
              </a:lnSpc>
            </a:pPr>
            <a:r>
              <a:rPr lang="en-US" sz="3475" spc="-201" dirty="0">
                <a:solidFill>
                  <a:srgbClr val="101B40"/>
                </a:solidFill>
                <a:latin typeface="Montserrat"/>
                <a:ea typeface="Montserrat"/>
                <a:cs typeface="Montserrat"/>
                <a:sym typeface="Montserrat"/>
              </a:rPr>
              <a:t>Ishrat Parveen</a:t>
            </a:r>
          </a:p>
          <a:p>
            <a:pPr algn="l">
              <a:lnSpc>
                <a:spcPts val="5543"/>
              </a:lnSpc>
              <a:spcBef>
                <a:spcPct val="0"/>
              </a:spcBef>
            </a:pPr>
            <a:endParaRPr lang="en-US" sz="3475" spc="-201" dirty="0">
              <a:solidFill>
                <a:srgbClr val="101B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585491" y="1472512"/>
            <a:ext cx="11587517" cy="823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50"/>
              </a:lnSpc>
              <a:spcBef>
                <a:spcPct val="0"/>
              </a:spcBef>
            </a:pPr>
            <a:r>
              <a:rPr lang="en-US" sz="4607" u="sng" spc="9">
                <a:solidFill>
                  <a:srgbClr val="101B40"/>
                </a:solidFill>
                <a:latin typeface="Brick Sans"/>
                <a:ea typeface="Brick Sans"/>
                <a:cs typeface="Brick Sans"/>
                <a:sym typeface="Brick Sans"/>
              </a:rPr>
              <a:t>Title Page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11384" y="6647469"/>
            <a:ext cx="2728557" cy="2387487"/>
            <a:chOff x="0" y="0"/>
            <a:chExt cx="812800" cy="71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584782" y="2818747"/>
            <a:ext cx="1543050" cy="154305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853110" y="8000572"/>
            <a:ext cx="3380381" cy="2068769"/>
            <a:chOff x="0" y="0"/>
            <a:chExt cx="890306" cy="5448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90306" cy="544861"/>
            </a:xfrm>
            <a:custGeom>
              <a:avLst/>
              <a:gdLst/>
              <a:ahLst/>
              <a:cxnLst/>
              <a:rect l="l" t="t" r="r" b="b"/>
              <a:pathLst>
                <a:path w="890306" h="544861">
                  <a:moveTo>
                    <a:pt x="116803" y="0"/>
                  </a:moveTo>
                  <a:lnTo>
                    <a:pt x="773503" y="0"/>
                  </a:lnTo>
                  <a:cubicBezTo>
                    <a:pt x="838012" y="0"/>
                    <a:pt x="890306" y="52294"/>
                    <a:pt x="890306" y="116803"/>
                  </a:cubicBezTo>
                  <a:lnTo>
                    <a:pt x="890306" y="428058"/>
                  </a:lnTo>
                  <a:cubicBezTo>
                    <a:pt x="890306" y="492567"/>
                    <a:pt x="838012" y="544861"/>
                    <a:pt x="773503" y="544861"/>
                  </a:cubicBezTo>
                  <a:lnTo>
                    <a:pt x="116803" y="544861"/>
                  </a:lnTo>
                  <a:cubicBezTo>
                    <a:pt x="52294" y="544861"/>
                    <a:pt x="0" y="492567"/>
                    <a:pt x="0" y="428058"/>
                  </a:cubicBezTo>
                  <a:lnTo>
                    <a:pt x="0" y="116803"/>
                  </a:lnTo>
                  <a:cubicBezTo>
                    <a:pt x="0" y="52294"/>
                    <a:pt x="52294" y="0"/>
                    <a:pt x="11680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90306" cy="582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005446" y="8149848"/>
            <a:ext cx="3075708" cy="776477"/>
            <a:chOff x="0" y="0"/>
            <a:chExt cx="810063" cy="2045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0063" cy="204504"/>
            </a:xfrm>
            <a:custGeom>
              <a:avLst/>
              <a:gdLst/>
              <a:ahLst/>
              <a:cxnLst/>
              <a:rect l="l" t="t" r="r" b="b"/>
              <a:pathLst>
                <a:path w="810063" h="204504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396231" y="8269251"/>
            <a:ext cx="581194" cy="58119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-10800000">
            <a:off x="14193244" y="-106146"/>
            <a:ext cx="4040246" cy="6535692"/>
          </a:xfrm>
          <a:custGeom>
            <a:avLst/>
            <a:gdLst/>
            <a:ahLst/>
            <a:cxnLst/>
            <a:rect l="l" t="t" r="r" b="b"/>
            <a:pathLst>
              <a:path w="4040246" h="6535692">
                <a:moveTo>
                  <a:pt x="0" y="0"/>
                </a:moveTo>
                <a:lnTo>
                  <a:pt x="4040246" y="0"/>
                </a:lnTo>
                <a:lnTo>
                  <a:pt x="4040246" y="6535692"/>
                </a:lnTo>
                <a:lnTo>
                  <a:pt x="0" y="65356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-131346" y="7216229"/>
            <a:ext cx="7301372" cy="3218688"/>
          </a:xfrm>
          <a:custGeom>
            <a:avLst/>
            <a:gdLst/>
            <a:ahLst/>
            <a:cxnLst/>
            <a:rect l="l" t="t" r="r" b="b"/>
            <a:pathLst>
              <a:path w="7301372" h="3218688">
                <a:moveTo>
                  <a:pt x="0" y="0"/>
                </a:moveTo>
                <a:lnTo>
                  <a:pt x="7301372" y="0"/>
                </a:lnTo>
                <a:lnTo>
                  <a:pt x="7301372" y="3218688"/>
                </a:lnTo>
                <a:lnTo>
                  <a:pt x="0" y="3218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-275778" y="0"/>
            <a:ext cx="5744010" cy="4114800"/>
          </a:xfrm>
          <a:custGeom>
            <a:avLst/>
            <a:gdLst/>
            <a:ahLst/>
            <a:cxnLst/>
            <a:rect l="l" t="t" r="r" b="b"/>
            <a:pathLst>
              <a:path w="5744010" h="4114800">
                <a:moveTo>
                  <a:pt x="0" y="0"/>
                </a:moveTo>
                <a:lnTo>
                  <a:pt x="5744011" y="0"/>
                </a:lnTo>
                <a:lnTo>
                  <a:pt x="57440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791541" y="1606160"/>
            <a:ext cx="6704917" cy="6953689"/>
          </a:xfrm>
          <a:custGeom>
            <a:avLst/>
            <a:gdLst/>
            <a:ahLst/>
            <a:cxnLst/>
            <a:rect l="l" t="t" r="r" b="b"/>
            <a:pathLst>
              <a:path w="6704917" h="6953689">
                <a:moveTo>
                  <a:pt x="0" y="0"/>
                </a:moveTo>
                <a:lnTo>
                  <a:pt x="6704918" y="0"/>
                </a:lnTo>
                <a:lnTo>
                  <a:pt x="6704918" y="6953689"/>
                </a:lnTo>
                <a:lnTo>
                  <a:pt x="0" y="69536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</a:blip>
            <a:stretch>
              <a:fillRect l="-33228" t="-10487" r="-36117" b="-52799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28700" y="2079401"/>
            <a:ext cx="6313470" cy="3443472"/>
          </a:xfrm>
          <a:custGeom>
            <a:avLst/>
            <a:gdLst/>
            <a:ahLst/>
            <a:cxnLst/>
            <a:rect l="l" t="t" r="r" b="b"/>
            <a:pathLst>
              <a:path w="6313470" h="3443472">
                <a:moveTo>
                  <a:pt x="0" y="0"/>
                </a:moveTo>
                <a:lnTo>
                  <a:pt x="6313470" y="0"/>
                </a:lnTo>
                <a:lnTo>
                  <a:pt x="6313470" y="3443472"/>
                </a:lnTo>
                <a:lnTo>
                  <a:pt x="0" y="34434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5998947" y="2265317"/>
            <a:ext cx="553431" cy="553431"/>
          </a:xfrm>
          <a:custGeom>
            <a:avLst/>
            <a:gdLst/>
            <a:ahLst/>
            <a:cxnLst/>
            <a:rect l="l" t="t" r="r" b="b"/>
            <a:pathLst>
              <a:path w="553431" h="553431">
                <a:moveTo>
                  <a:pt x="0" y="0"/>
                </a:moveTo>
                <a:lnTo>
                  <a:pt x="553431" y="0"/>
                </a:lnTo>
                <a:lnTo>
                  <a:pt x="553431" y="553430"/>
                </a:lnTo>
                <a:lnTo>
                  <a:pt x="0" y="553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181422" y="5742849"/>
            <a:ext cx="6313470" cy="3084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indent="-237491" algn="l">
              <a:lnSpc>
                <a:spcPts val="2728"/>
              </a:lnSpc>
              <a:buFont typeface="Arial"/>
              <a:buChar char="•"/>
            </a:pPr>
            <a:r>
              <a:rPr lang="en-US" sz="2200" spc="-14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Millions of peoples rely on sign language for daily communication.</a:t>
            </a:r>
          </a:p>
          <a:p>
            <a:pPr marL="474981" lvl="1" indent="-237491" algn="l">
              <a:lnSpc>
                <a:spcPts val="2728"/>
              </a:lnSpc>
              <a:buFont typeface="Arial"/>
              <a:buChar char="•"/>
            </a:pPr>
            <a:r>
              <a:rPr lang="en-US" sz="2200" spc="-14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Most people cannot understand sign language.</a:t>
            </a:r>
          </a:p>
          <a:p>
            <a:pPr marL="474981" lvl="1" indent="-237491" algn="l">
              <a:lnSpc>
                <a:spcPts val="2728"/>
              </a:lnSpc>
              <a:buFont typeface="Arial"/>
              <a:buChar char="•"/>
            </a:pPr>
            <a:r>
              <a:rPr lang="en-US" sz="2200" spc="-14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Communication barriers exist in hospitals, schools, banks, workplaces, and public services.</a:t>
            </a:r>
          </a:p>
          <a:p>
            <a:pPr marL="474981" lvl="1" indent="-237491" algn="l">
              <a:lnSpc>
                <a:spcPts val="2728"/>
              </a:lnSpc>
              <a:buFont typeface="Arial"/>
              <a:buChar char="•"/>
            </a:pPr>
            <a:r>
              <a:rPr lang="en-US" sz="2200" spc="-14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Human interpreters are limited and not always available.</a:t>
            </a:r>
          </a:p>
          <a:p>
            <a:pPr algn="l">
              <a:lnSpc>
                <a:spcPts val="2728"/>
              </a:lnSpc>
            </a:pPr>
            <a:endParaRPr lang="en-US" sz="2200" spc="-14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964020" y="5611732"/>
            <a:ext cx="6603567" cy="3013711"/>
            <a:chOff x="0" y="0"/>
            <a:chExt cx="1739211" cy="79373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39211" cy="793735"/>
            </a:xfrm>
            <a:custGeom>
              <a:avLst/>
              <a:gdLst/>
              <a:ahLst/>
              <a:cxnLst/>
              <a:rect l="l" t="t" r="r" b="b"/>
              <a:pathLst>
                <a:path w="1739211" h="793735">
                  <a:moveTo>
                    <a:pt x="117238" y="0"/>
                  </a:moveTo>
                  <a:lnTo>
                    <a:pt x="1621973" y="0"/>
                  </a:lnTo>
                  <a:cubicBezTo>
                    <a:pt x="1686722" y="0"/>
                    <a:pt x="1739211" y="52489"/>
                    <a:pt x="1739211" y="117238"/>
                  </a:cubicBezTo>
                  <a:lnTo>
                    <a:pt x="1739211" y="676496"/>
                  </a:lnTo>
                  <a:cubicBezTo>
                    <a:pt x="1739211" y="707590"/>
                    <a:pt x="1726859" y="737410"/>
                    <a:pt x="1704873" y="759396"/>
                  </a:cubicBezTo>
                  <a:cubicBezTo>
                    <a:pt x="1682886" y="781383"/>
                    <a:pt x="1653066" y="793735"/>
                    <a:pt x="1621973" y="793735"/>
                  </a:cubicBezTo>
                  <a:lnTo>
                    <a:pt x="117238" y="793735"/>
                  </a:lnTo>
                  <a:cubicBezTo>
                    <a:pt x="52489" y="793735"/>
                    <a:pt x="0" y="741245"/>
                    <a:pt x="0" y="676496"/>
                  </a:cubicBezTo>
                  <a:lnTo>
                    <a:pt x="0" y="117238"/>
                  </a:lnTo>
                  <a:cubicBezTo>
                    <a:pt x="0" y="86145"/>
                    <a:pt x="12352" y="56325"/>
                    <a:pt x="34338" y="34338"/>
                  </a:cubicBezTo>
                  <a:cubicBezTo>
                    <a:pt x="56325" y="12352"/>
                    <a:pt x="86145" y="0"/>
                    <a:pt x="117238" y="0"/>
                  </a:cubicBezTo>
                  <a:close/>
                </a:path>
              </a:pathLst>
            </a:custGeom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739211" cy="831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559735" y="2066742"/>
            <a:ext cx="7593143" cy="2295055"/>
            <a:chOff x="0" y="0"/>
            <a:chExt cx="1999840" cy="60445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99840" cy="604459"/>
            </a:xfrm>
            <a:custGeom>
              <a:avLst/>
              <a:gdLst/>
              <a:ahLst/>
              <a:cxnLst/>
              <a:rect l="l" t="t" r="r" b="b"/>
              <a:pathLst>
                <a:path w="1999840" h="604459">
                  <a:moveTo>
                    <a:pt x="101959" y="0"/>
                  </a:moveTo>
                  <a:lnTo>
                    <a:pt x="1897881" y="0"/>
                  </a:lnTo>
                  <a:cubicBezTo>
                    <a:pt x="1924922" y="0"/>
                    <a:pt x="1950856" y="10742"/>
                    <a:pt x="1969977" y="29863"/>
                  </a:cubicBezTo>
                  <a:cubicBezTo>
                    <a:pt x="1989098" y="48984"/>
                    <a:pt x="1999840" y="74918"/>
                    <a:pt x="1999840" y="101959"/>
                  </a:cubicBezTo>
                  <a:lnTo>
                    <a:pt x="1999840" y="502500"/>
                  </a:lnTo>
                  <a:cubicBezTo>
                    <a:pt x="1999840" y="558810"/>
                    <a:pt x="1954192" y="604459"/>
                    <a:pt x="1897881" y="604459"/>
                  </a:cubicBezTo>
                  <a:lnTo>
                    <a:pt x="101959" y="604459"/>
                  </a:lnTo>
                  <a:cubicBezTo>
                    <a:pt x="74918" y="604459"/>
                    <a:pt x="48984" y="593717"/>
                    <a:pt x="29863" y="574596"/>
                  </a:cubicBezTo>
                  <a:cubicBezTo>
                    <a:pt x="10742" y="555475"/>
                    <a:pt x="0" y="529541"/>
                    <a:pt x="0" y="502500"/>
                  </a:cubicBezTo>
                  <a:lnTo>
                    <a:pt x="0" y="101959"/>
                  </a:lnTo>
                  <a:cubicBezTo>
                    <a:pt x="0" y="74918"/>
                    <a:pt x="10742" y="48984"/>
                    <a:pt x="29863" y="29863"/>
                  </a:cubicBezTo>
                  <a:cubicBezTo>
                    <a:pt x="48984" y="10742"/>
                    <a:pt x="74918" y="0"/>
                    <a:pt x="101959" y="0"/>
                  </a:cubicBezTo>
                  <a:close/>
                </a:path>
              </a:pathLst>
            </a:custGeom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999840" cy="642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9390693" y="2413844"/>
            <a:ext cx="1964236" cy="1600853"/>
          </a:xfrm>
          <a:custGeom>
            <a:avLst/>
            <a:gdLst/>
            <a:ahLst/>
            <a:cxnLst/>
            <a:rect l="l" t="t" r="r" b="b"/>
            <a:pathLst>
              <a:path w="1964236" h="1600853">
                <a:moveTo>
                  <a:pt x="0" y="0"/>
                </a:moveTo>
                <a:lnTo>
                  <a:pt x="1964236" y="0"/>
                </a:lnTo>
                <a:lnTo>
                  <a:pt x="1964236" y="1600852"/>
                </a:lnTo>
                <a:lnTo>
                  <a:pt x="0" y="16008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8559735" y="4464204"/>
            <a:ext cx="7593143" cy="2295055"/>
            <a:chOff x="0" y="0"/>
            <a:chExt cx="1999840" cy="60445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99840" cy="604459"/>
            </a:xfrm>
            <a:custGeom>
              <a:avLst/>
              <a:gdLst/>
              <a:ahLst/>
              <a:cxnLst/>
              <a:rect l="l" t="t" r="r" b="b"/>
              <a:pathLst>
                <a:path w="1999840" h="604459">
                  <a:moveTo>
                    <a:pt x="101959" y="0"/>
                  </a:moveTo>
                  <a:lnTo>
                    <a:pt x="1897881" y="0"/>
                  </a:lnTo>
                  <a:cubicBezTo>
                    <a:pt x="1924922" y="0"/>
                    <a:pt x="1950856" y="10742"/>
                    <a:pt x="1969977" y="29863"/>
                  </a:cubicBezTo>
                  <a:cubicBezTo>
                    <a:pt x="1989098" y="48984"/>
                    <a:pt x="1999840" y="74918"/>
                    <a:pt x="1999840" y="101959"/>
                  </a:cubicBezTo>
                  <a:lnTo>
                    <a:pt x="1999840" y="502500"/>
                  </a:lnTo>
                  <a:cubicBezTo>
                    <a:pt x="1999840" y="558810"/>
                    <a:pt x="1954192" y="604459"/>
                    <a:pt x="1897881" y="604459"/>
                  </a:cubicBezTo>
                  <a:lnTo>
                    <a:pt x="101959" y="604459"/>
                  </a:lnTo>
                  <a:cubicBezTo>
                    <a:pt x="74918" y="604459"/>
                    <a:pt x="48984" y="593717"/>
                    <a:pt x="29863" y="574596"/>
                  </a:cubicBezTo>
                  <a:cubicBezTo>
                    <a:pt x="10742" y="555475"/>
                    <a:pt x="0" y="529541"/>
                    <a:pt x="0" y="502500"/>
                  </a:cubicBezTo>
                  <a:lnTo>
                    <a:pt x="0" y="101959"/>
                  </a:lnTo>
                  <a:cubicBezTo>
                    <a:pt x="0" y="74918"/>
                    <a:pt x="10742" y="48984"/>
                    <a:pt x="29863" y="29863"/>
                  </a:cubicBezTo>
                  <a:cubicBezTo>
                    <a:pt x="48984" y="10742"/>
                    <a:pt x="74918" y="0"/>
                    <a:pt x="101959" y="0"/>
                  </a:cubicBezTo>
                  <a:close/>
                </a:path>
              </a:pathLst>
            </a:custGeom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999840" cy="642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9390693" y="4742797"/>
            <a:ext cx="1989920" cy="1800878"/>
          </a:xfrm>
          <a:custGeom>
            <a:avLst/>
            <a:gdLst/>
            <a:ahLst/>
            <a:cxnLst/>
            <a:rect l="l" t="t" r="r" b="b"/>
            <a:pathLst>
              <a:path w="1989920" h="1800878">
                <a:moveTo>
                  <a:pt x="0" y="0"/>
                </a:moveTo>
                <a:lnTo>
                  <a:pt x="1989920" y="0"/>
                </a:lnTo>
                <a:lnTo>
                  <a:pt x="1989920" y="1800878"/>
                </a:lnTo>
                <a:lnTo>
                  <a:pt x="0" y="18008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7567587" y="6835460"/>
            <a:ext cx="3907950" cy="1406862"/>
          </a:xfrm>
          <a:custGeom>
            <a:avLst/>
            <a:gdLst/>
            <a:ahLst/>
            <a:cxnLst/>
            <a:rect l="l" t="t" r="r" b="b"/>
            <a:pathLst>
              <a:path w="3907950" h="1406862">
                <a:moveTo>
                  <a:pt x="0" y="0"/>
                </a:moveTo>
                <a:lnTo>
                  <a:pt x="3907950" y="0"/>
                </a:lnTo>
                <a:lnTo>
                  <a:pt x="3907950" y="1406862"/>
                </a:lnTo>
                <a:lnTo>
                  <a:pt x="0" y="14068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9581423" y="8242322"/>
            <a:ext cx="4919208" cy="934650"/>
          </a:xfrm>
          <a:custGeom>
            <a:avLst/>
            <a:gdLst/>
            <a:ahLst/>
            <a:cxnLst/>
            <a:rect l="l" t="t" r="r" b="b"/>
            <a:pathLst>
              <a:path w="4919208" h="934650">
                <a:moveTo>
                  <a:pt x="0" y="0"/>
                </a:moveTo>
                <a:lnTo>
                  <a:pt x="4919208" y="0"/>
                </a:lnTo>
                <a:lnTo>
                  <a:pt x="4919208" y="934649"/>
                </a:lnTo>
                <a:lnTo>
                  <a:pt x="0" y="9346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575819" y="1432113"/>
            <a:ext cx="4500231" cy="558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04"/>
              </a:lnSpc>
            </a:pPr>
            <a:r>
              <a:rPr lang="en-US" sz="3813" b="1" spc="-221">
                <a:solidFill>
                  <a:srgbClr val="101B4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Problem Statement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359095" y="9276279"/>
            <a:ext cx="3388481" cy="318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87"/>
              </a:lnSpc>
            </a:pPr>
            <a:r>
              <a:rPr lang="en-US" sz="2395" b="1" spc="-170">
                <a:solidFill>
                  <a:srgbClr val="F1F1F1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OUR SOLUTION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359095" y="8376267"/>
            <a:ext cx="2037135" cy="39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851" b="1" spc="-202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Slide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611490" y="1432113"/>
            <a:ext cx="4296129" cy="558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04"/>
              </a:lnSpc>
            </a:pPr>
            <a:r>
              <a:rPr lang="en-US" sz="3813" b="1" spc="-221">
                <a:solidFill>
                  <a:srgbClr val="101B4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Existing Solution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584782" y="2198642"/>
            <a:ext cx="4370096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Camera-Based Systems</a:t>
            </a:r>
          </a:p>
          <a:p>
            <a:pPr algn="ctr">
              <a:lnSpc>
                <a:spcPts val="3640"/>
              </a:lnSpc>
            </a:pPr>
            <a:endParaRPr lang="en-US" sz="2600" b="1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1828533" y="2651396"/>
            <a:ext cx="3383760" cy="1974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6" lvl="1" indent="-226698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Sensitive to lighting</a:t>
            </a:r>
          </a:p>
          <a:p>
            <a:pPr marL="453396" lvl="1" indent="-226698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Privacy concerns</a:t>
            </a:r>
          </a:p>
          <a:p>
            <a:pPr marL="453396" lvl="1" indent="-226698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Occlusion issues</a:t>
            </a:r>
          </a:p>
          <a:p>
            <a:pPr marL="453396" lvl="1" indent="-226698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Requires fixed setup</a:t>
            </a:r>
          </a:p>
          <a:p>
            <a:pPr algn="l">
              <a:lnSpc>
                <a:spcPts val="4060"/>
              </a:lnSpc>
            </a:pPr>
            <a:endParaRPr lang="en-US" sz="21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1380614" y="4523721"/>
            <a:ext cx="4574264" cy="4396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Existing Smart Gloves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873099" y="5019657"/>
            <a:ext cx="7593143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Expensive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Bulky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Limited adoption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Difficult to scale</a:t>
            </a: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7578063" y="6948409"/>
            <a:ext cx="4006719" cy="2266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8"/>
              </a:lnSpc>
            </a:pPr>
            <a:r>
              <a:rPr lang="en-US" sz="3148" dirty="0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👥 70+ Million</a:t>
            </a:r>
          </a:p>
          <a:p>
            <a:pPr algn="ctr">
              <a:lnSpc>
                <a:spcPts val="2424"/>
              </a:lnSpc>
            </a:pPr>
            <a:r>
              <a:rPr lang="en-US" sz="1731" dirty="0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People worldwide rely on sign language.</a:t>
            </a:r>
          </a:p>
          <a:p>
            <a:pPr algn="ctr">
              <a:lnSpc>
                <a:spcPts val="4408"/>
              </a:lnSpc>
            </a:pPr>
            <a:endParaRPr lang="en-US" sz="1731" dirty="0">
              <a:solidFill>
                <a:srgbClr val="000000"/>
              </a:solidFill>
              <a:latin typeface="Shrikhand"/>
              <a:ea typeface="Shrikhand"/>
              <a:cs typeface="Shrikhand"/>
              <a:sym typeface="Shrikhand"/>
            </a:endParaRPr>
          </a:p>
          <a:p>
            <a:pPr algn="ctr">
              <a:lnSpc>
                <a:spcPts val="4408"/>
              </a:lnSpc>
            </a:pPr>
            <a:endParaRPr lang="en-US" sz="1731" dirty="0">
              <a:solidFill>
                <a:srgbClr val="000000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0387762" y="8193051"/>
            <a:ext cx="3937089" cy="2219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🏥 Millions in India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Need accessible communication support.</a:t>
            </a:r>
          </a:p>
          <a:p>
            <a:pPr algn="ctr">
              <a:lnSpc>
                <a:spcPts val="4200"/>
              </a:lnSpc>
            </a:pPr>
            <a:endParaRPr lang="en-US" sz="1800">
              <a:solidFill>
                <a:srgbClr val="000000"/>
              </a:solidFill>
              <a:latin typeface="Shrikhand"/>
              <a:ea typeface="Shrikhand"/>
              <a:cs typeface="Shrikhand"/>
              <a:sym typeface="Shrikhand"/>
            </a:endParaRPr>
          </a:p>
          <a:p>
            <a:pPr algn="ctr">
              <a:lnSpc>
                <a:spcPts val="4200"/>
              </a:lnSpc>
            </a:pPr>
            <a:endParaRPr lang="en-US" sz="1800">
              <a:solidFill>
                <a:srgbClr val="000000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500975" y="8635633"/>
            <a:ext cx="6165412" cy="605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u="sng" dirty="0">
                <a:solidFill>
                  <a:srgbClr val="000000"/>
                </a:solidFill>
                <a:latin typeface="Ahsing"/>
                <a:ea typeface="Ahsing"/>
                <a:cs typeface="Ahsing"/>
                <a:sym typeface="Ahsing"/>
              </a:rPr>
              <a:t>Why This Matters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28700" y="9359533"/>
            <a:ext cx="10087026" cy="774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Communication should never be a barrier to healthcare, education, employment, or dignity.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038619" y="114124"/>
            <a:ext cx="12704148" cy="90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71"/>
              </a:lnSpc>
              <a:spcBef>
                <a:spcPct val="0"/>
              </a:spcBef>
            </a:pPr>
            <a:r>
              <a:rPr lang="en-US" sz="5051" u="sng" spc="10">
                <a:solidFill>
                  <a:srgbClr val="101B40"/>
                </a:solidFill>
                <a:latin typeface="Brick Sans"/>
                <a:ea typeface="Brick Sans"/>
                <a:cs typeface="Brick Sans"/>
                <a:sym typeface="Brick Sans"/>
              </a:rPr>
              <a:t>The Silent Communication Gap</a:t>
            </a:r>
          </a:p>
        </p:txBody>
      </p:sp>
      <p:sp>
        <p:nvSpPr>
          <p:cNvPr id="50" name="Freeform 50"/>
          <p:cNvSpPr/>
          <p:nvPr/>
        </p:nvSpPr>
        <p:spPr>
          <a:xfrm rot="1974694">
            <a:off x="6275662" y="2554897"/>
            <a:ext cx="553431" cy="553431"/>
          </a:xfrm>
          <a:custGeom>
            <a:avLst/>
            <a:gdLst/>
            <a:ahLst/>
            <a:cxnLst/>
            <a:rect l="l" t="t" r="r" b="b"/>
            <a:pathLst>
              <a:path w="553431" h="553431">
                <a:moveTo>
                  <a:pt x="0" y="0"/>
                </a:moveTo>
                <a:lnTo>
                  <a:pt x="553431" y="0"/>
                </a:lnTo>
                <a:lnTo>
                  <a:pt x="553431" y="553431"/>
                </a:lnTo>
                <a:lnTo>
                  <a:pt x="0" y="5534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68712" y="1377202"/>
            <a:ext cx="1766394" cy="176639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378562" y="8301976"/>
            <a:ext cx="2988194" cy="1234565"/>
            <a:chOff x="0" y="0"/>
            <a:chExt cx="787014" cy="3251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87014" cy="325153"/>
            </a:xfrm>
            <a:custGeom>
              <a:avLst/>
              <a:gdLst/>
              <a:ahLst/>
              <a:cxnLst/>
              <a:rect l="l" t="t" r="r" b="b"/>
              <a:pathLst>
                <a:path w="787014" h="325153">
                  <a:moveTo>
                    <a:pt x="132133" y="0"/>
                  </a:moveTo>
                  <a:lnTo>
                    <a:pt x="654882" y="0"/>
                  </a:lnTo>
                  <a:cubicBezTo>
                    <a:pt x="689925" y="0"/>
                    <a:pt x="723534" y="13921"/>
                    <a:pt x="748313" y="38701"/>
                  </a:cubicBezTo>
                  <a:cubicBezTo>
                    <a:pt x="773093" y="63480"/>
                    <a:pt x="787014" y="97089"/>
                    <a:pt x="787014" y="132133"/>
                  </a:cubicBezTo>
                  <a:lnTo>
                    <a:pt x="787014" y="193020"/>
                  </a:lnTo>
                  <a:cubicBezTo>
                    <a:pt x="787014" y="228064"/>
                    <a:pt x="773093" y="261672"/>
                    <a:pt x="748313" y="286452"/>
                  </a:cubicBezTo>
                  <a:cubicBezTo>
                    <a:pt x="723534" y="311232"/>
                    <a:pt x="689925" y="325153"/>
                    <a:pt x="654882" y="325153"/>
                  </a:cubicBezTo>
                  <a:lnTo>
                    <a:pt x="132133" y="325153"/>
                  </a:lnTo>
                  <a:cubicBezTo>
                    <a:pt x="97089" y="325153"/>
                    <a:pt x="63480" y="311232"/>
                    <a:pt x="38701" y="286452"/>
                  </a:cubicBezTo>
                  <a:cubicBezTo>
                    <a:pt x="13921" y="261672"/>
                    <a:pt x="0" y="228064"/>
                    <a:pt x="0" y="193020"/>
                  </a:cubicBezTo>
                  <a:lnTo>
                    <a:pt x="0" y="132133"/>
                  </a:lnTo>
                  <a:cubicBezTo>
                    <a:pt x="0" y="97089"/>
                    <a:pt x="13921" y="63480"/>
                    <a:pt x="38701" y="38701"/>
                  </a:cubicBezTo>
                  <a:cubicBezTo>
                    <a:pt x="63480" y="13921"/>
                    <a:pt x="97089" y="0"/>
                    <a:pt x="13213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87014" cy="3632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440981" y="8462544"/>
            <a:ext cx="2847019" cy="605228"/>
            <a:chOff x="0" y="0"/>
            <a:chExt cx="749832" cy="1594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49832" cy="159402"/>
            </a:xfrm>
            <a:custGeom>
              <a:avLst/>
              <a:gdLst/>
              <a:ahLst/>
              <a:cxnLst/>
              <a:rect l="l" t="t" r="r" b="b"/>
              <a:pathLst>
                <a:path w="749832" h="159402">
                  <a:moveTo>
                    <a:pt x="79701" y="0"/>
                  </a:moveTo>
                  <a:lnTo>
                    <a:pt x="670131" y="0"/>
                  </a:lnTo>
                  <a:cubicBezTo>
                    <a:pt x="691269" y="0"/>
                    <a:pt x="711541" y="8397"/>
                    <a:pt x="726488" y="23344"/>
                  </a:cubicBezTo>
                  <a:cubicBezTo>
                    <a:pt x="741435" y="38291"/>
                    <a:pt x="749832" y="58563"/>
                    <a:pt x="749832" y="79701"/>
                  </a:cubicBezTo>
                  <a:lnTo>
                    <a:pt x="749832" y="79701"/>
                  </a:lnTo>
                  <a:cubicBezTo>
                    <a:pt x="749832" y="123718"/>
                    <a:pt x="714149" y="159402"/>
                    <a:pt x="670131" y="159402"/>
                  </a:cubicBezTo>
                  <a:lnTo>
                    <a:pt x="79701" y="159402"/>
                  </a:lnTo>
                  <a:cubicBezTo>
                    <a:pt x="58563" y="159402"/>
                    <a:pt x="38291" y="151005"/>
                    <a:pt x="23344" y="136058"/>
                  </a:cubicBezTo>
                  <a:cubicBezTo>
                    <a:pt x="8397" y="121111"/>
                    <a:pt x="0" y="100839"/>
                    <a:pt x="0" y="79701"/>
                  </a:cubicBezTo>
                  <a:lnTo>
                    <a:pt x="0" y="79701"/>
                  </a:lnTo>
                  <a:cubicBezTo>
                    <a:pt x="0" y="58563"/>
                    <a:pt x="8397" y="38291"/>
                    <a:pt x="23344" y="23344"/>
                  </a:cubicBezTo>
                  <a:cubicBezTo>
                    <a:pt x="38291" y="8397"/>
                    <a:pt x="58563" y="0"/>
                    <a:pt x="7970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49832" cy="197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666491" y="8585432"/>
            <a:ext cx="359453" cy="35945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729828" y="5984533"/>
            <a:ext cx="12188398" cy="3273767"/>
          </a:xfrm>
          <a:custGeom>
            <a:avLst/>
            <a:gdLst/>
            <a:ahLst/>
            <a:cxnLst/>
            <a:rect l="l" t="t" r="r" b="b"/>
            <a:pathLst>
              <a:path w="12188398" h="3273767">
                <a:moveTo>
                  <a:pt x="0" y="0"/>
                </a:moveTo>
                <a:lnTo>
                  <a:pt x="12188398" y="0"/>
                </a:lnTo>
                <a:lnTo>
                  <a:pt x="12188398" y="3273767"/>
                </a:lnTo>
                <a:lnTo>
                  <a:pt x="0" y="3273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861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0" y="7068312"/>
            <a:ext cx="7301372" cy="3218688"/>
          </a:xfrm>
          <a:custGeom>
            <a:avLst/>
            <a:gdLst/>
            <a:ahLst/>
            <a:cxnLst/>
            <a:rect l="l" t="t" r="r" b="b"/>
            <a:pathLst>
              <a:path w="7301372" h="3218688">
                <a:moveTo>
                  <a:pt x="0" y="0"/>
                </a:moveTo>
                <a:lnTo>
                  <a:pt x="7301372" y="0"/>
                </a:lnTo>
                <a:lnTo>
                  <a:pt x="7301372" y="3218688"/>
                </a:lnTo>
                <a:lnTo>
                  <a:pt x="0" y="3218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0800000">
            <a:off x="14467638" y="-658377"/>
            <a:ext cx="4040246" cy="6535692"/>
          </a:xfrm>
          <a:custGeom>
            <a:avLst/>
            <a:gdLst/>
            <a:ahLst/>
            <a:cxnLst/>
            <a:rect l="l" t="t" r="r" b="b"/>
            <a:pathLst>
              <a:path w="4040246" h="6535692">
                <a:moveTo>
                  <a:pt x="0" y="0"/>
                </a:moveTo>
                <a:lnTo>
                  <a:pt x="4040247" y="0"/>
                </a:lnTo>
                <a:lnTo>
                  <a:pt x="4040247" y="6535692"/>
                </a:lnTo>
                <a:lnTo>
                  <a:pt x="0" y="65356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-75924" y="-29085"/>
            <a:ext cx="5685355" cy="4072782"/>
          </a:xfrm>
          <a:custGeom>
            <a:avLst/>
            <a:gdLst/>
            <a:ahLst/>
            <a:cxnLst/>
            <a:rect l="l" t="t" r="r" b="b"/>
            <a:pathLst>
              <a:path w="5685355" h="4072782">
                <a:moveTo>
                  <a:pt x="0" y="0"/>
                </a:moveTo>
                <a:lnTo>
                  <a:pt x="5685355" y="0"/>
                </a:lnTo>
                <a:lnTo>
                  <a:pt x="5685355" y="4072782"/>
                </a:lnTo>
                <a:lnTo>
                  <a:pt x="0" y="40727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5082197" y="1553924"/>
            <a:ext cx="2773029" cy="5602079"/>
          </a:xfrm>
          <a:custGeom>
            <a:avLst/>
            <a:gdLst/>
            <a:ahLst/>
            <a:cxnLst/>
            <a:rect l="l" t="t" r="r" b="b"/>
            <a:pathLst>
              <a:path w="2773029" h="5602079">
                <a:moveTo>
                  <a:pt x="0" y="0"/>
                </a:moveTo>
                <a:lnTo>
                  <a:pt x="2773029" y="0"/>
                </a:lnTo>
                <a:lnTo>
                  <a:pt x="2773029" y="5602079"/>
                </a:lnTo>
                <a:lnTo>
                  <a:pt x="0" y="56020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1194156" y="5046334"/>
            <a:ext cx="7448140" cy="995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36"/>
              </a:lnSpc>
              <a:spcBef>
                <a:spcPct val="0"/>
              </a:spcBef>
            </a:pPr>
            <a:endParaRPr/>
          </a:p>
        </p:txBody>
      </p:sp>
      <p:sp>
        <p:nvSpPr>
          <p:cNvPr id="20" name="Freeform 20"/>
          <p:cNvSpPr/>
          <p:nvPr/>
        </p:nvSpPr>
        <p:spPr>
          <a:xfrm rot="-2325828">
            <a:off x="16159983" y="1970699"/>
            <a:ext cx="617456" cy="1132948"/>
          </a:xfrm>
          <a:custGeom>
            <a:avLst/>
            <a:gdLst/>
            <a:ahLst/>
            <a:cxnLst/>
            <a:rect l="l" t="t" r="r" b="b"/>
            <a:pathLst>
              <a:path w="617456" h="1132948">
                <a:moveTo>
                  <a:pt x="0" y="0"/>
                </a:moveTo>
                <a:lnTo>
                  <a:pt x="617457" y="0"/>
                </a:lnTo>
                <a:lnTo>
                  <a:pt x="617457" y="1132948"/>
                </a:lnTo>
                <a:lnTo>
                  <a:pt x="0" y="1132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5336312">
            <a:off x="15988509" y="3737450"/>
            <a:ext cx="856555" cy="171311"/>
          </a:xfrm>
          <a:custGeom>
            <a:avLst/>
            <a:gdLst/>
            <a:ahLst/>
            <a:cxnLst/>
            <a:rect l="l" t="t" r="r" b="b"/>
            <a:pathLst>
              <a:path w="856555" h="171311">
                <a:moveTo>
                  <a:pt x="0" y="0"/>
                </a:moveTo>
                <a:lnTo>
                  <a:pt x="856555" y="0"/>
                </a:lnTo>
                <a:lnTo>
                  <a:pt x="856555" y="171311"/>
                </a:lnTo>
                <a:lnTo>
                  <a:pt x="0" y="171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7856648" y="-29085"/>
            <a:ext cx="7820332" cy="7663925"/>
          </a:xfrm>
          <a:custGeom>
            <a:avLst/>
            <a:gdLst/>
            <a:ahLst/>
            <a:cxnLst/>
            <a:rect l="l" t="t" r="r" b="b"/>
            <a:pathLst>
              <a:path w="7820332" h="7663925">
                <a:moveTo>
                  <a:pt x="0" y="0"/>
                </a:moveTo>
                <a:lnTo>
                  <a:pt x="7820332" y="0"/>
                </a:lnTo>
                <a:lnTo>
                  <a:pt x="7820332" y="7663925"/>
                </a:lnTo>
                <a:lnTo>
                  <a:pt x="0" y="76639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3" name="Freeform 23"/>
          <p:cNvSpPr/>
          <p:nvPr/>
        </p:nvSpPr>
        <p:spPr>
          <a:xfrm>
            <a:off x="15449129" y="4348146"/>
            <a:ext cx="2174599" cy="565396"/>
          </a:xfrm>
          <a:custGeom>
            <a:avLst/>
            <a:gdLst/>
            <a:ahLst/>
            <a:cxnLst/>
            <a:rect l="l" t="t" r="r" b="b"/>
            <a:pathLst>
              <a:path w="2174599" h="565396">
                <a:moveTo>
                  <a:pt x="0" y="0"/>
                </a:moveTo>
                <a:lnTo>
                  <a:pt x="2174599" y="0"/>
                </a:lnTo>
                <a:lnTo>
                  <a:pt x="2174599" y="565396"/>
                </a:lnTo>
                <a:lnTo>
                  <a:pt x="0" y="565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5336312">
            <a:off x="15988509" y="5324353"/>
            <a:ext cx="856555" cy="171311"/>
          </a:xfrm>
          <a:custGeom>
            <a:avLst/>
            <a:gdLst/>
            <a:ahLst/>
            <a:cxnLst/>
            <a:rect l="l" t="t" r="r" b="b"/>
            <a:pathLst>
              <a:path w="856555" h="171311">
                <a:moveTo>
                  <a:pt x="0" y="0"/>
                </a:moveTo>
                <a:lnTo>
                  <a:pt x="856555" y="0"/>
                </a:lnTo>
                <a:lnTo>
                  <a:pt x="856555" y="171311"/>
                </a:lnTo>
                <a:lnTo>
                  <a:pt x="0" y="171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6168268" y="5954099"/>
            <a:ext cx="497036" cy="397629"/>
          </a:xfrm>
          <a:custGeom>
            <a:avLst/>
            <a:gdLst/>
            <a:ahLst/>
            <a:cxnLst/>
            <a:rect l="l" t="t" r="r" b="b"/>
            <a:pathLst>
              <a:path w="497036" h="397629">
                <a:moveTo>
                  <a:pt x="0" y="0"/>
                </a:moveTo>
                <a:lnTo>
                  <a:pt x="497036" y="0"/>
                </a:lnTo>
                <a:lnTo>
                  <a:pt x="497036" y="397629"/>
                </a:lnTo>
                <a:lnTo>
                  <a:pt x="0" y="3976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8889553" y="1295505"/>
            <a:ext cx="6328329" cy="5143395"/>
          </a:xfrm>
          <a:custGeom>
            <a:avLst/>
            <a:gdLst/>
            <a:ahLst/>
            <a:cxnLst/>
            <a:rect l="l" t="t" r="r" b="b"/>
            <a:pathLst>
              <a:path w="6328329" h="5143395">
                <a:moveTo>
                  <a:pt x="0" y="0"/>
                </a:moveTo>
                <a:lnTo>
                  <a:pt x="6328329" y="0"/>
                </a:lnTo>
                <a:lnTo>
                  <a:pt x="6328329" y="5143395"/>
                </a:lnTo>
                <a:lnTo>
                  <a:pt x="0" y="51433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7561255">
            <a:off x="13103741" y="2215893"/>
            <a:ext cx="2051339" cy="1200033"/>
          </a:xfrm>
          <a:custGeom>
            <a:avLst/>
            <a:gdLst/>
            <a:ahLst/>
            <a:cxnLst/>
            <a:rect l="l" t="t" r="r" b="b"/>
            <a:pathLst>
              <a:path w="2051339" h="1200033">
                <a:moveTo>
                  <a:pt x="0" y="0"/>
                </a:moveTo>
                <a:lnTo>
                  <a:pt x="2051339" y="0"/>
                </a:lnTo>
                <a:lnTo>
                  <a:pt x="2051339" y="1200034"/>
                </a:lnTo>
                <a:lnTo>
                  <a:pt x="0" y="12000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4284713" y="1088339"/>
            <a:ext cx="3830100" cy="1030233"/>
            <a:chOff x="0" y="0"/>
            <a:chExt cx="5533517" cy="1488427"/>
          </a:xfrm>
        </p:grpSpPr>
        <p:sp>
          <p:nvSpPr>
            <p:cNvPr id="29" name="Freeform 29"/>
            <p:cNvSpPr/>
            <p:nvPr/>
          </p:nvSpPr>
          <p:spPr>
            <a:xfrm>
              <a:off x="63500" y="771651"/>
              <a:ext cx="811784" cy="653287"/>
            </a:xfrm>
            <a:custGeom>
              <a:avLst/>
              <a:gdLst/>
              <a:ahLst/>
              <a:cxnLst/>
              <a:rect l="l" t="t" r="r" b="b"/>
              <a:pathLst>
                <a:path w="811784" h="653287">
                  <a:moveTo>
                    <a:pt x="811657" y="0"/>
                  </a:moveTo>
                  <a:lnTo>
                    <a:pt x="0" y="246634"/>
                  </a:lnTo>
                  <a:lnTo>
                    <a:pt x="803656" y="653288"/>
                  </a:lnTo>
                  <a:lnTo>
                    <a:pt x="811784" y="653288"/>
                  </a:lnTo>
                  <a:lnTo>
                    <a:pt x="811784" y="0"/>
                  </a:lnTo>
                  <a:close/>
                </a:path>
              </a:pathLst>
            </a:custGeom>
            <a:solidFill>
              <a:srgbClr val="9E8E7E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63500" y="63500"/>
              <a:ext cx="4888738" cy="954785"/>
            </a:xfrm>
            <a:custGeom>
              <a:avLst/>
              <a:gdLst/>
              <a:ahLst/>
              <a:cxnLst/>
              <a:rect l="l" t="t" r="r" b="b"/>
              <a:pathLst>
                <a:path w="4888738" h="954785">
                  <a:moveTo>
                    <a:pt x="4888738" y="477393"/>
                  </a:moveTo>
                  <a:lnTo>
                    <a:pt x="4580129" y="954785"/>
                  </a:lnTo>
                  <a:lnTo>
                    <a:pt x="0" y="954785"/>
                  </a:lnTo>
                  <a:lnTo>
                    <a:pt x="0" y="0"/>
                  </a:lnTo>
                  <a:lnTo>
                    <a:pt x="4580129" y="0"/>
                  </a:lnTo>
                  <a:lnTo>
                    <a:pt x="4888738" y="477393"/>
                  </a:lnTo>
                  <a:close/>
                </a:path>
              </a:pathLst>
            </a:custGeom>
            <a:solidFill>
              <a:srgbClr val="DCD0C0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4758944" y="63500"/>
              <a:ext cx="456184" cy="954785"/>
            </a:xfrm>
            <a:custGeom>
              <a:avLst/>
              <a:gdLst/>
              <a:ahLst/>
              <a:cxnLst/>
              <a:rect l="l" t="t" r="r" b="b"/>
              <a:pathLst>
                <a:path w="456184" h="954785">
                  <a:moveTo>
                    <a:pt x="456185" y="477393"/>
                  </a:moveTo>
                  <a:lnTo>
                    <a:pt x="147701" y="954785"/>
                  </a:lnTo>
                  <a:lnTo>
                    <a:pt x="0" y="954785"/>
                  </a:lnTo>
                  <a:lnTo>
                    <a:pt x="308610" y="477393"/>
                  </a:lnTo>
                  <a:lnTo>
                    <a:pt x="0" y="0"/>
                  </a:lnTo>
                  <a:lnTo>
                    <a:pt x="147447" y="0"/>
                  </a:lnTo>
                  <a:lnTo>
                    <a:pt x="456057" y="477393"/>
                  </a:lnTo>
                  <a:close/>
                </a:path>
              </a:pathLst>
            </a:custGeom>
            <a:solidFill>
              <a:srgbClr val="DCD0C0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5021961" y="63500"/>
              <a:ext cx="448056" cy="954785"/>
            </a:xfrm>
            <a:custGeom>
              <a:avLst/>
              <a:gdLst/>
              <a:ahLst/>
              <a:cxnLst/>
              <a:rect l="l" t="t" r="r" b="b"/>
              <a:pathLst>
                <a:path w="448056" h="954785">
                  <a:moveTo>
                    <a:pt x="448056" y="477393"/>
                  </a:moveTo>
                  <a:lnTo>
                    <a:pt x="139574" y="954785"/>
                  </a:lnTo>
                  <a:lnTo>
                    <a:pt x="0" y="954785"/>
                  </a:lnTo>
                  <a:lnTo>
                    <a:pt x="308610" y="477393"/>
                  </a:lnTo>
                  <a:lnTo>
                    <a:pt x="0" y="0"/>
                  </a:lnTo>
                  <a:lnTo>
                    <a:pt x="139573" y="0"/>
                  </a:lnTo>
                  <a:lnTo>
                    <a:pt x="448056" y="477393"/>
                  </a:lnTo>
                  <a:close/>
                </a:path>
              </a:pathLst>
            </a:custGeom>
            <a:solidFill>
              <a:srgbClr val="DCD0C0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4328576" y="1131845"/>
            <a:ext cx="3710377" cy="936866"/>
            <a:chOff x="0" y="0"/>
            <a:chExt cx="5406784" cy="136521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406769" cy="1365249"/>
            </a:xfrm>
            <a:custGeom>
              <a:avLst/>
              <a:gdLst/>
              <a:ahLst/>
              <a:cxnLst/>
              <a:rect l="l" t="t" r="r" b="b"/>
              <a:pathLst>
                <a:path w="5406769" h="1365249">
                  <a:moveTo>
                    <a:pt x="0" y="1365249"/>
                  </a:moveTo>
                  <a:lnTo>
                    <a:pt x="5406769" y="1365249"/>
                  </a:lnTo>
                  <a:lnTo>
                    <a:pt x="540676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4284713" y="2068712"/>
            <a:ext cx="3830100" cy="1030233"/>
            <a:chOff x="0" y="0"/>
            <a:chExt cx="5533517" cy="1488427"/>
          </a:xfrm>
        </p:grpSpPr>
        <p:sp>
          <p:nvSpPr>
            <p:cNvPr id="36" name="Freeform 36"/>
            <p:cNvSpPr/>
            <p:nvPr/>
          </p:nvSpPr>
          <p:spPr>
            <a:xfrm>
              <a:off x="63500" y="771651"/>
              <a:ext cx="811784" cy="653287"/>
            </a:xfrm>
            <a:custGeom>
              <a:avLst/>
              <a:gdLst/>
              <a:ahLst/>
              <a:cxnLst/>
              <a:rect l="l" t="t" r="r" b="b"/>
              <a:pathLst>
                <a:path w="811784" h="653287">
                  <a:moveTo>
                    <a:pt x="811657" y="0"/>
                  </a:moveTo>
                  <a:lnTo>
                    <a:pt x="0" y="246634"/>
                  </a:lnTo>
                  <a:lnTo>
                    <a:pt x="803656" y="653288"/>
                  </a:lnTo>
                  <a:lnTo>
                    <a:pt x="811784" y="653288"/>
                  </a:lnTo>
                  <a:lnTo>
                    <a:pt x="811784" y="0"/>
                  </a:lnTo>
                  <a:close/>
                </a:path>
              </a:pathLst>
            </a:custGeom>
            <a:solidFill>
              <a:srgbClr val="9E8E7E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63500" y="63500"/>
              <a:ext cx="4888738" cy="954785"/>
            </a:xfrm>
            <a:custGeom>
              <a:avLst/>
              <a:gdLst/>
              <a:ahLst/>
              <a:cxnLst/>
              <a:rect l="l" t="t" r="r" b="b"/>
              <a:pathLst>
                <a:path w="4888738" h="954785">
                  <a:moveTo>
                    <a:pt x="4888738" y="477393"/>
                  </a:moveTo>
                  <a:lnTo>
                    <a:pt x="4580129" y="954785"/>
                  </a:lnTo>
                  <a:lnTo>
                    <a:pt x="0" y="954785"/>
                  </a:lnTo>
                  <a:lnTo>
                    <a:pt x="0" y="0"/>
                  </a:lnTo>
                  <a:lnTo>
                    <a:pt x="4580129" y="0"/>
                  </a:lnTo>
                  <a:lnTo>
                    <a:pt x="4888738" y="477393"/>
                  </a:lnTo>
                  <a:close/>
                </a:path>
              </a:pathLst>
            </a:custGeom>
            <a:solidFill>
              <a:srgbClr val="DCD0C0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4758944" y="63500"/>
              <a:ext cx="456184" cy="954785"/>
            </a:xfrm>
            <a:custGeom>
              <a:avLst/>
              <a:gdLst/>
              <a:ahLst/>
              <a:cxnLst/>
              <a:rect l="l" t="t" r="r" b="b"/>
              <a:pathLst>
                <a:path w="456184" h="954785">
                  <a:moveTo>
                    <a:pt x="456185" y="477393"/>
                  </a:moveTo>
                  <a:lnTo>
                    <a:pt x="147701" y="954785"/>
                  </a:lnTo>
                  <a:lnTo>
                    <a:pt x="0" y="954785"/>
                  </a:lnTo>
                  <a:lnTo>
                    <a:pt x="308610" y="477393"/>
                  </a:lnTo>
                  <a:lnTo>
                    <a:pt x="0" y="0"/>
                  </a:lnTo>
                  <a:lnTo>
                    <a:pt x="147447" y="0"/>
                  </a:lnTo>
                  <a:lnTo>
                    <a:pt x="456057" y="477393"/>
                  </a:lnTo>
                  <a:close/>
                </a:path>
              </a:pathLst>
            </a:custGeom>
            <a:solidFill>
              <a:srgbClr val="DCD0C0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5021961" y="63500"/>
              <a:ext cx="448056" cy="954785"/>
            </a:xfrm>
            <a:custGeom>
              <a:avLst/>
              <a:gdLst/>
              <a:ahLst/>
              <a:cxnLst/>
              <a:rect l="l" t="t" r="r" b="b"/>
              <a:pathLst>
                <a:path w="448056" h="954785">
                  <a:moveTo>
                    <a:pt x="448056" y="477393"/>
                  </a:moveTo>
                  <a:lnTo>
                    <a:pt x="139574" y="954785"/>
                  </a:lnTo>
                  <a:lnTo>
                    <a:pt x="0" y="954785"/>
                  </a:lnTo>
                  <a:lnTo>
                    <a:pt x="308610" y="477393"/>
                  </a:lnTo>
                  <a:lnTo>
                    <a:pt x="0" y="0"/>
                  </a:lnTo>
                  <a:lnTo>
                    <a:pt x="139573" y="0"/>
                  </a:lnTo>
                  <a:lnTo>
                    <a:pt x="448056" y="477393"/>
                  </a:lnTo>
                  <a:close/>
                </a:path>
              </a:pathLst>
            </a:custGeom>
            <a:solidFill>
              <a:srgbClr val="DCD0C0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4284713" y="3098944"/>
            <a:ext cx="3830100" cy="1030233"/>
            <a:chOff x="0" y="0"/>
            <a:chExt cx="5533517" cy="1488427"/>
          </a:xfrm>
        </p:grpSpPr>
        <p:sp>
          <p:nvSpPr>
            <p:cNvPr id="41" name="Freeform 41"/>
            <p:cNvSpPr/>
            <p:nvPr/>
          </p:nvSpPr>
          <p:spPr>
            <a:xfrm>
              <a:off x="63500" y="771651"/>
              <a:ext cx="811784" cy="653287"/>
            </a:xfrm>
            <a:custGeom>
              <a:avLst/>
              <a:gdLst/>
              <a:ahLst/>
              <a:cxnLst/>
              <a:rect l="l" t="t" r="r" b="b"/>
              <a:pathLst>
                <a:path w="811784" h="653287">
                  <a:moveTo>
                    <a:pt x="811657" y="0"/>
                  </a:moveTo>
                  <a:lnTo>
                    <a:pt x="0" y="246634"/>
                  </a:lnTo>
                  <a:lnTo>
                    <a:pt x="803656" y="653288"/>
                  </a:lnTo>
                  <a:lnTo>
                    <a:pt x="811784" y="653288"/>
                  </a:lnTo>
                  <a:lnTo>
                    <a:pt x="811784" y="0"/>
                  </a:lnTo>
                  <a:close/>
                </a:path>
              </a:pathLst>
            </a:custGeom>
            <a:solidFill>
              <a:srgbClr val="9E8E7E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63500" y="63500"/>
              <a:ext cx="4888738" cy="954785"/>
            </a:xfrm>
            <a:custGeom>
              <a:avLst/>
              <a:gdLst/>
              <a:ahLst/>
              <a:cxnLst/>
              <a:rect l="l" t="t" r="r" b="b"/>
              <a:pathLst>
                <a:path w="4888738" h="954785">
                  <a:moveTo>
                    <a:pt x="4888738" y="477393"/>
                  </a:moveTo>
                  <a:lnTo>
                    <a:pt x="4580129" y="954785"/>
                  </a:lnTo>
                  <a:lnTo>
                    <a:pt x="0" y="954785"/>
                  </a:lnTo>
                  <a:lnTo>
                    <a:pt x="0" y="0"/>
                  </a:lnTo>
                  <a:lnTo>
                    <a:pt x="4580129" y="0"/>
                  </a:lnTo>
                  <a:lnTo>
                    <a:pt x="4888738" y="477393"/>
                  </a:lnTo>
                  <a:close/>
                </a:path>
              </a:pathLst>
            </a:custGeom>
            <a:solidFill>
              <a:srgbClr val="DCD0C0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4758944" y="63500"/>
              <a:ext cx="456184" cy="954785"/>
            </a:xfrm>
            <a:custGeom>
              <a:avLst/>
              <a:gdLst/>
              <a:ahLst/>
              <a:cxnLst/>
              <a:rect l="l" t="t" r="r" b="b"/>
              <a:pathLst>
                <a:path w="456184" h="954785">
                  <a:moveTo>
                    <a:pt x="456185" y="477393"/>
                  </a:moveTo>
                  <a:lnTo>
                    <a:pt x="147701" y="954785"/>
                  </a:lnTo>
                  <a:lnTo>
                    <a:pt x="0" y="954785"/>
                  </a:lnTo>
                  <a:lnTo>
                    <a:pt x="308610" y="477393"/>
                  </a:lnTo>
                  <a:lnTo>
                    <a:pt x="0" y="0"/>
                  </a:lnTo>
                  <a:lnTo>
                    <a:pt x="147447" y="0"/>
                  </a:lnTo>
                  <a:lnTo>
                    <a:pt x="456057" y="477393"/>
                  </a:lnTo>
                  <a:close/>
                </a:path>
              </a:pathLst>
            </a:custGeom>
            <a:solidFill>
              <a:srgbClr val="DCD0C0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5021961" y="63500"/>
              <a:ext cx="448056" cy="954785"/>
            </a:xfrm>
            <a:custGeom>
              <a:avLst/>
              <a:gdLst/>
              <a:ahLst/>
              <a:cxnLst/>
              <a:rect l="l" t="t" r="r" b="b"/>
              <a:pathLst>
                <a:path w="448056" h="954785">
                  <a:moveTo>
                    <a:pt x="448056" y="477393"/>
                  </a:moveTo>
                  <a:lnTo>
                    <a:pt x="139574" y="954785"/>
                  </a:lnTo>
                  <a:lnTo>
                    <a:pt x="0" y="954785"/>
                  </a:lnTo>
                  <a:lnTo>
                    <a:pt x="308610" y="477393"/>
                  </a:lnTo>
                  <a:lnTo>
                    <a:pt x="0" y="0"/>
                  </a:lnTo>
                  <a:lnTo>
                    <a:pt x="139573" y="0"/>
                  </a:lnTo>
                  <a:lnTo>
                    <a:pt x="448056" y="477393"/>
                  </a:lnTo>
                  <a:close/>
                </a:path>
              </a:pathLst>
            </a:custGeom>
            <a:solidFill>
              <a:srgbClr val="DCD0C0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4328576" y="4116045"/>
            <a:ext cx="3786237" cy="1018434"/>
            <a:chOff x="0" y="0"/>
            <a:chExt cx="5533517" cy="1488427"/>
          </a:xfrm>
        </p:grpSpPr>
        <p:sp>
          <p:nvSpPr>
            <p:cNvPr id="46" name="Freeform 46"/>
            <p:cNvSpPr/>
            <p:nvPr/>
          </p:nvSpPr>
          <p:spPr>
            <a:xfrm>
              <a:off x="63500" y="771651"/>
              <a:ext cx="811784" cy="653287"/>
            </a:xfrm>
            <a:custGeom>
              <a:avLst/>
              <a:gdLst/>
              <a:ahLst/>
              <a:cxnLst/>
              <a:rect l="l" t="t" r="r" b="b"/>
              <a:pathLst>
                <a:path w="811784" h="653287">
                  <a:moveTo>
                    <a:pt x="811657" y="0"/>
                  </a:moveTo>
                  <a:lnTo>
                    <a:pt x="0" y="246634"/>
                  </a:lnTo>
                  <a:lnTo>
                    <a:pt x="803656" y="653288"/>
                  </a:lnTo>
                  <a:lnTo>
                    <a:pt x="811784" y="653288"/>
                  </a:lnTo>
                  <a:lnTo>
                    <a:pt x="811784" y="0"/>
                  </a:lnTo>
                  <a:close/>
                </a:path>
              </a:pathLst>
            </a:custGeom>
            <a:solidFill>
              <a:srgbClr val="9E8E7E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63500" y="63500"/>
              <a:ext cx="4888738" cy="954785"/>
            </a:xfrm>
            <a:custGeom>
              <a:avLst/>
              <a:gdLst/>
              <a:ahLst/>
              <a:cxnLst/>
              <a:rect l="l" t="t" r="r" b="b"/>
              <a:pathLst>
                <a:path w="4888738" h="954785">
                  <a:moveTo>
                    <a:pt x="4888738" y="477393"/>
                  </a:moveTo>
                  <a:lnTo>
                    <a:pt x="4580129" y="954785"/>
                  </a:lnTo>
                  <a:lnTo>
                    <a:pt x="0" y="954785"/>
                  </a:lnTo>
                  <a:lnTo>
                    <a:pt x="0" y="0"/>
                  </a:lnTo>
                  <a:lnTo>
                    <a:pt x="4580129" y="0"/>
                  </a:lnTo>
                  <a:lnTo>
                    <a:pt x="4888738" y="477393"/>
                  </a:lnTo>
                  <a:close/>
                </a:path>
              </a:pathLst>
            </a:custGeom>
            <a:solidFill>
              <a:srgbClr val="DCD0C0"/>
            </a:solidFill>
          </p:spPr>
        </p:sp>
        <p:sp>
          <p:nvSpPr>
            <p:cNvPr id="48" name="Freeform 48"/>
            <p:cNvSpPr/>
            <p:nvPr/>
          </p:nvSpPr>
          <p:spPr>
            <a:xfrm>
              <a:off x="4758944" y="63500"/>
              <a:ext cx="456184" cy="954785"/>
            </a:xfrm>
            <a:custGeom>
              <a:avLst/>
              <a:gdLst/>
              <a:ahLst/>
              <a:cxnLst/>
              <a:rect l="l" t="t" r="r" b="b"/>
              <a:pathLst>
                <a:path w="456184" h="954785">
                  <a:moveTo>
                    <a:pt x="456185" y="477393"/>
                  </a:moveTo>
                  <a:lnTo>
                    <a:pt x="147701" y="954785"/>
                  </a:lnTo>
                  <a:lnTo>
                    <a:pt x="0" y="954785"/>
                  </a:lnTo>
                  <a:lnTo>
                    <a:pt x="308610" y="477393"/>
                  </a:lnTo>
                  <a:lnTo>
                    <a:pt x="0" y="0"/>
                  </a:lnTo>
                  <a:lnTo>
                    <a:pt x="147447" y="0"/>
                  </a:lnTo>
                  <a:lnTo>
                    <a:pt x="456057" y="477393"/>
                  </a:lnTo>
                  <a:close/>
                </a:path>
              </a:pathLst>
            </a:custGeom>
            <a:solidFill>
              <a:srgbClr val="DCD0C0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5021961" y="63500"/>
              <a:ext cx="448056" cy="954785"/>
            </a:xfrm>
            <a:custGeom>
              <a:avLst/>
              <a:gdLst/>
              <a:ahLst/>
              <a:cxnLst/>
              <a:rect l="l" t="t" r="r" b="b"/>
              <a:pathLst>
                <a:path w="448056" h="954785">
                  <a:moveTo>
                    <a:pt x="448056" y="477393"/>
                  </a:moveTo>
                  <a:lnTo>
                    <a:pt x="139574" y="954785"/>
                  </a:lnTo>
                  <a:lnTo>
                    <a:pt x="0" y="954785"/>
                  </a:lnTo>
                  <a:lnTo>
                    <a:pt x="308610" y="477393"/>
                  </a:lnTo>
                  <a:lnTo>
                    <a:pt x="0" y="0"/>
                  </a:lnTo>
                  <a:lnTo>
                    <a:pt x="139573" y="0"/>
                  </a:lnTo>
                  <a:lnTo>
                    <a:pt x="448056" y="477393"/>
                  </a:lnTo>
                  <a:close/>
                </a:path>
              </a:pathLst>
            </a:custGeom>
            <a:solidFill>
              <a:srgbClr val="DCD0C0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4350446" y="5134479"/>
            <a:ext cx="3786237" cy="1018434"/>
            <a:chOff x="0" y="0"/>
            <a:chExt cx="5533517" cy="1488427"/>
          </a:xfrm>
        </p:grpSpPr>
        <p:sp>
          <p:nvSpPr>
            <p:cNvPr id="51" name="Freeform 51"/>
            <p:cNvSpPr/>
            <p:nvPr/>
          </p:nvSpPr>
          <p:spPr>
            <a:xfrm>
              <a:off x="63500" y="771651"/>
              <a:ext cx="811784" cy="653287"/>
            </a:xfrm>
            <a:custGeom>
              <a:avLst/>
              <a:gdLst/>
              <a:ahLst/>
              <a:cxnLst/>
              <a:rect l="l" t="t" r="r" b="b"/>
              <a:pathLst>
                <a:path w="811784" h="653287">
                  <a:moveTo>
                    <a:pt x="811657" y="0"/>
                  </a:moveTo>
                  <a:lnTo>
                    <a:pt x="0" y="246634"/>
                  </a:lnTo>
                  <a:lnTo>
                    <a:pt x="803656" y="653288"/>
                  </a:lnTo>
                  <a:lnTo>
                    <a:pt x="811784" y="653288"/>
                  </a:lnTo>
                  <a:lnTo>
                    <a:pt x="811784" y="0"/>
                  </a:lnTo>
                  <a:close/>
                </a:path>
              </a:pathLst>
            </a:custGeom>
            <a:solidFill>
              <a:srgbClr val="9E8E7E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63500" y="63500"/>
              <a:ext cx="4888738" cy="954785"/>
            </a:xfrm>
            <a:custGeom>
              <a:avLst/>
              <a:gdLst/>
              <a:ahLst/>
              <a:cxnLst/>
              <a:rect l="l" t="t" r="r" b="b"/>
              <a:pathLst>
                <a:path w="4888738" h="954785">
                  <a:moveTo>
                    <a:pt x="4888738" y="477393"/>
                  </a:moveTo>
                  <a:lnTo>
                    <a:pt x="4580129" y="954785"/>
                  </a:lnTo>
                  <a:lnTo>
                    <a:pt x="0" y="954785"/>
                  </a:lnTo>
                  <a:lnTo>
                    <a:pt x="0" y="0"/>
                  </a:lnTo>
                  <a:lnTo>
                    <a:pt x="4580129" y="0"/>
                  </a:lnTo>
                  <a:lnTo>
                    <a:pt x="4888738" y="477393"/>
                  </a:lnTo>
                  <a:close/>
                </a:path>
              </a:pathLst>
            </a:custGeom>
            <a:solidFill>
              <a:srgbClr val="DCD0C0"/>
            </a:solidFill>
          </p:spPr>
        </p:sp>
        <p:sp>
          <p:nvSpPr>
            <p:cNvPr id="53" name="Freeform 53"/>
            <p:cNvSpPr/>
            <p:nvPr/>
          </p:nvSpPr>
          <p:spPr>
            <a:xfrm>
              <a:off x="4758944" y="63500"/>
              <a:ext cx="456184" cy="954785"/>
            </a:xfrm>
            <a:custGeom>
              <a:avLst/>
              <a:gdLst/>
              <a:ahLst/>
              <a:cxnLst/>
              <a:rect l="l" t="t" r="r" b="b"/>
              <a:pathLst>
                <a:path w="456184" h="954785">
                  <a:moveTo>
                    <a:pt x="456185" y="477393"/>
                  </a:moveTo>
                  <a:lnTo>
                    <a:pt x="147701" y="954785"/>
                  </a:lnTo>
                  <a:lnTo>
                    <a:pt x="0" y="954785"/>
                  </a:lnTo>
                  <a:lnTo>
                    <a:pt x="308610" y="477393"/>
                  </a:lnTo>
                  <a:lnTo>
                    <a:pt x="0" y="0"/>
                  </a:lnTo>
                  <a:lnTo>
                    <a:pt x="147447" y="0"/>
                  </a:lnTo>
                  <a:lnTo>
                    <a:pt x="456057" y="477393"/>
                  </a:lnTo>
                  <a:close/>
                </a:path>
              </a:pathLst>
            </a:custGeom>
            <a:solidFill>
              <a:srgbClr val="DCD0C0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5021961" y="63500"/>
              <a:ext cx="448056" cy="954785"/>
            </a:xfrm>
            <a:custGeom>
              <a:avLst/>
              <a:gdLst/>
              <a:ahLst/>
              <a:cxnLst/>
              <a:rect l="l" t="t" r="r" b="b"/>
              <a:pathLst>
                <a:path w="448056" h="954785">
                  <a:moveTo>
                    <a:pt x="448056" y="477393"/>
                  </a:moveTo>
                  <a:lnTo>
                    <a:pt x="139574" y="954785"/>
                  </a:lnTo>
                  <a:lnTo>
                    <a:pt x="0" y="954785"/>
                  </a:lnTo>
                  <a:lnTo>
                    <a:pt x="308610" y="477393"/>
                  </a:lnTo>
                  <a:lnTo>
                    <a:pt x="0" y="0"/>
                  </a:lnTo>
                  <a:lnTo>
                    <a:pt x="139573" y="0"/>
                  </a:lnTo>
                  <a:lnTo>
                    <a:pt x="448056" y="477393"/>
                  </a:lnTo>
                  <a:close/>
                </a:path>
              </a:pathLst>
            </a:custGeom>
            <a:solidFill>
              <a:srgbClr val="DCD0C0"/>
            </a:solidFill>
          </p:spPr>
        </p:sp>
      </p:grpSp>
      <p:sp>
        <p:nvSpPr>
          <p:cNvPr id="55" name="Freeform 55"/>
          <p:cNvSpPr/>
          <p:nvPr/>
        </p:nvSpPr>
        <p:spPr>
          <a:xfrm>
            <a:off x="3768735" y="1088339"/>
            <a:ext cx="515978" cy="697268"/>
          </a:xfrm>
          <a:custGeom>
            <a:avLst/>
            <a:gdLst/>
            <a:ahLst/>
            <a:cxnLst/>
            <a:rect l="l" t="t" r="r" b="b"/>
            <a:pathLst>
              <a:path w="515978" h="697268">
                <a:moveTo>
                  <a:pt x="0" y="0"/>
                </a:moveTo>
                <a:lnTo>
                  <a:pt x="515978" y="0"/>
                </a:lnTo>
                <a:lnTo>
                  <a:pt x="515978" y="697268"/>
                </a:lnTo>
                <a:lnTo>
                  <a:pt x="0" y="6972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>
            <a:off x="3497262" y="2071874"/>
            <a:ext cx="787451" cy="720518"/>
          </a:xfrm>
          <a:custGeom>
            <a:avLst/>
            <a:gdLst/>
            <a:ahLst/>
            <a:cxnLst/>
            <a:rect l="l" t="t" r="r" b="b"/>
            <a:pathLst>
              <a:path w="787451" h="720518">
                <a:moveTo>
                  <a:pt x="0" y="0"/>
                </a:moveTo>
                <a:lnTo>
                  <a:pt x="787451" y="0"/>
                </a:lnTo>
                <a:lnTo>
                  <a:pt x="787451" y="720518"/>
                </a:lnTo>
                <a:lnTo>
                  <a:pt x="0" y="72051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>
            <a:off x="3625431" y="3143595"/>
            <a:ext cx="659282" cy="659282"/>
          </a:xfrm>
          <a:custGeom>
            <a:avLst/>
            <a:gdLst/>
            <a:ahLst/>
            <a:cxnLst/>
            <a:rect l="l" t="t" r="r" b="b"/>
            <a:pathLst>
              <a:path w="659282" h="659282">
                <a:moveTo>
                  <a:pt x="0" y="0"/>
                </a:moveTo>
                <a:lnTo>
                  <a:pt x="659282" y="0"/>
                </a:lnTo>
                <a:lnTo>
                  <a:pt x="659282" y="659283"/>
                </a:lnTo>
                <a:lnTo>
                  <a:pt x="0" y="65928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>
            <a:off x="3669550" y="4129177"/>
            <a:ext cx="659025" cy="655730"/>
          </a:xfrm>
          <a:custGeom>
            <a:avLst/>
            <a:gdLst/>
            <a:ahLst/>
            <a:cxnLst/>
            <a:rect l="l" t="t" r="r" b="b"/>
            <a:pathLst>
              <a:path w="659025" h="655730">
                <a:moveTo>
                  <a:pt x="0" y="0"/>
                </a:moveTo>
                <a:lnTo>
                  <a:pt x="659026" y="0"/>
                </a:lnTo>
                <a:lnTo>
                  <a:pt x="659026" y="655730"/>
                </a:lnTo>
                <a:lnTo>
                  <a:pt x="0" y="6557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3715337" y="5242205"/>
            <a:ext cx="635110" cy="635110"/>
          </a:xfrm>
          <a:custGeom>
            <a:avLst/>
            <a:gdLst/>
            <a:ahLst/>
            <a:cxnLst/>
            <a:rect l="l" t="t" r="r" b="b"/>
            <a:pathLst>
              <a:path w="635110" h="635110">
                <a:moveTo>
                  <a:pt x="0" y="0"/>
                </a:moveTo>
                <a:lnTo>
                  <a:pt x="635109" y="0"/>
                </a:lnTo>
                <a:lnTo>
                  <a:pt x="635109" y="635110"/>
                </a:lnTo>
                <a:lnTo>
                  <a:pt x="0" y="635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60" name="TextBox 60"/>
          <p:cNvSpPr txBox="1"/>
          <p:nvPr/>
        </p:nvSpPr>
        <p:spPr>
          <a:xfrm>
            <a:off x="4982680" y="6967"/>
            <a:ext cx="8576570" cy="90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71"/>
              </a:lnSpc>
              <a:spcBef>
                <a:spcPct val="0"/>
              </a:spcBef>
            </a:pPr>
            <a:r>
              <a:rPr lang="en-US" sz="5051" u="sng" spc="10">
                <a:solidFill>
                  <a:srgbClr val="101B40"/>
                </a:solidFill>
                <a:latin typeface="Brick Sans"/>
                <a:ea typeface="Brick Sans"/>
                <a:cs typeface="Brick Sans"/>
                <a:sym typeface="Brick Sans"/>
              </a:rPr>
              <a:t>Introducing ISHARA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847949" y="1185027"/>
            <a:ext cx="6494599" cy="29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79"/>
              </a:lnSpc>
            </a:pPr>
            <a:r>
              <a:rPr lang="en-US" sz="2199" u="sng" spc="-127">
                <a:solidFill>
                  <a:srgbClr val="101B40"/>
                </a:solidFill>
                <a:latin typeface="Brick Sans"/>
                <a:ea typeface="Brick Sans"/>
                <a:cs typeface="Brick Sans"/>
                <a:sym typeface="Brick Sans"/>
              </a:rPr>
              <a:t>Har ISHARA Ek Awaaz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5569150" y="9222173"/>
            <a:ext cx="2618330" cy="256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99"/>
              </a:lnSpc>
            </a:pPr>
            <a:r>
              <a:rPr lang="en-US" sz="1851" b="1" spc="-131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TECHNICAL APPROACH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5629355" y="8624824"/>
            <a:ext cx="2037135" cy="320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1"/>
              </a:lnSpc>
            </a:pPr>
            <a:r>
              <a:rPr lang="en-US" sz="2251" b="1" spc="-159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Slide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66166" y="6985870"/>
            <a:ext cx="3673739" cy="572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499" b="1" i="1" u="sng" spc="-223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WorkFlow: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0" y="9096347"/>
            <a:ext cx="18288000" cy="2835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u="sng">
                <a:solidFill>
                  <a:srgbClr val="000000"/>
                </a:solidFill>
                <a:latin typeface="Ahsing"/>
                <a:ea typeface="Ahsing"/>
                <a:cs typeface="Ahsing"/>
                <a:sym typeface="Ahsing"/>
              </a:rPr>
              <a:t>ISHARA:</a:t>
            </a:r>
          </a:p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 affordable AI-powered wearable that transforms sign language into real-time text and speech, enabling seamless communication for everyone.</a:t>
            </a:r>
          </a:p>
          <a:p>
            <a:pPr algn="ctr">
              <a:lnSpc>
                <a:spcPts val="7279"/>
              </a:lnSpc>
            </a:pPr>
            <a:endParaRPr lang="en-US" sz="2000" b="1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ctr">
              <a:lnSpc>
                <a:spcPts val="6300"/>
              </a:lnSpc>
            </a:pPr>
            <a:endParaRPr lang="en-US" sz="2000" b="1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15424820" y="3136139"/>
            <a:ext cx="6494599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sz="2000" b="1" spc="-116">
                <a:solidFill>
                  <a:srgbClr val="101B40"/>
                </a:solidFill>
                <a:latin typeface="Poppins Bold"/>
                <a:ea typeface="Poppins Bold"/>
                <a:cs typeface="Poppins Bold"/>
                <a:sym typeface="Poppins Bold"/>
              </a:rPr>
              <a:t>Gesture Detected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5889423" y="4379317"/>
            <a:ext cx="1802246" cy="415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3"/>
              </a:lnSpc>
            </a:pPr>
            <a:r>
              <a:rPr lang="en-US" sz="2599" b="1" i="1" spc="-166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“HELLO”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5394996" y="6485078"/>
            <a:ext cx="2228732" cy="24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20"/>
              </a:lnSpc>
            </a:pPr>
            <a:r>
              <a:rPr lang="en-US" sz="1800" b="1" spc="-104">
                <a:solidFill>
                  <a:srgbClr val="101B40"/>
                </a:solidFill>
                <a:latin typeface="Poppins Bold"/>
                <a:ea typeface="Poppins Bold"/>
                <a:cs typeface="Poppins Bold"/>
                <a:sym typeface="Poppins Bold"/>
              </a:rPr>
              <a:t>Voice Output: ”Hello”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350446" y="2247236"/>
            <a:ext cx="3272858" cy="331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938" b="1">
                <a:solidFill>
                  <a:srgbClr val="48537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Seamless Communication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373908" y="1263389"/>
            <a:ext cx="2451696" cy="365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</a:pPr>
            <a:r>
              <a:rPr lang="en-US" sz="2098">
                <a:solidFill>
                  <a:srgbClr val="48537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Gesture Detection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373908" y="4301614"/>
            <a:ext cx="3347802" cy="318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lang="en-US" sz="1916">
                <a:solidFill>
                  <a:srgbClr val="48537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Sensor Based(No Camera)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373908" y="3277083"/>
            <a:ext cx="2305030" cy="360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48537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Low Cost Design</a:t>
            </a:r>
            <a:endParaRPr lang="en-US" sz="2125" dirty="0">
              <a:solidFill>
                <a:srgbClr val="48537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366166" y="3139962"/>
            <a:ext cx="2953854" cy="581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13"/>
              </a:lnSpc>
            </a:pPr>
            <a:r>
              <a:rPr lang="en-US" sz="3559" b="1" i="1" u="sng" spc="-227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Key Features: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395779" y="5310523"/>
            <a:ext cx="2920764" cy="3699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2116" dirty="0">
                <a:solidFill>
                  <a:srgbClr val="48537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Mobile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29241" y="7068312"/>
            <a:ext cx="7301372" cy="3218688"/>
          </a:xfrm>
          <a:custGeom>
            <a:avLst/>
            <a:gdLst/>
            <a:ahLst/>
            <a:cxnLst/>
            <a:rect l="l" t="t" r="r" b="b"/>
            <a:pathLst>
              <a:path w="7301372" h="3218688">
                <a:moveTo>
                  <a:pt x="0" y="0"/>
                </a:moveTo>
                <a:lnTo>
                  <a:pt x="7301371" y="0"/>
                </a:lnTo>
                <a:lnTo>
                  <a:pt x="7301371" y="3218688"/>
                </a:lnTo>
                <a:lnTo>
                  <a:pt x="0" y="3218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103970" y="29789"/>
            <a:ext cx="4184030" cy="6768283"/>
          </a:xfrm>
          <a:custGeom>
            <a:avLst/>
            <a:gdLst/>
            <a:ahLst/>
            <a:cxnLst/>
            <a:rect l="l" t="t" r="r" b="b"/>
            <a:pathLst>
              <a:path w="4184030" h="6768283">
                <a:moveTo>
                  <a:pt x="0" y="0"/>
                </a:moveTo>
                <a:lnTo>
                  <a:pt x="4184030" y="0"/>
                </a:lnTo>
                <a:lnTo>
                  <a:pt x="4184030" y="6768284"/>
                </a:lnTo>
                <a:lnTo>
                  <a:pt x="0" y="67682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810016" y="1562100"/>
            <a:ext cx="6477984" cy="4004572"/>
          </a:xfrm>
          <a:custGeom>
            <a:avLst/>
            <a:gdLst/>
            <a:ahLst/>
            <a:cxnLst/>
            <a:rect l="l" t="t" r="r" b="b"/>
            <a:pathLst>
              <a:path w="6477984" h="4004572">
                <a:moveTo>
                  <a:pt x="0" y="0"/>
                </a:moveTo>
                <a:lnTo>
                  <a:pt x="6477984" y="0"/>
                </a:lnTo>
                <a:lnTo>
                  <a:pt x="6477984" y="4004572"/>
                </a:lnTo>
                <a:lnTo>
                  <a:pt x="0" y="4004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06323" y="0"/>
            <a:ext cx="5744010" cy="4114800"/>
          </a:xfrm>
          <a:custGeom>
            <a:avLst/>
            <a:gdLst/>
            <a:ahLst/>
            <a:cxnLst/>
            <a:rect l="l" t="t" r="r" b="b"/>
            <a:pathLst>
              <a:path w="5744010" h="4114800">
                <a:moveTo>
                  <a:pt x="0" y="0"/>
                </a:moveTo>
                <a:lnTo>
                  <a:pt x="5744011" y="0"/>
                </a:lnTo>
                <a:lnTo>
                  <a:pt x="57440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50825" y="9641613"/>
            <a:ext cx="1421276" cy="274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5"/>
              </a:lnSpc>
            </a:pPr>
            <a:r>
              <a:rPr lang="en-US" sz="1004" b="1" u="sng" spc="-71">
                <a:solidFill>
                  <a:srgbClr val="F4F4F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AI INTELLIGENCE &amp; GESTURE RECOGNITION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50265" y="8747677"/>
            <a:ext cx="2874496" cy="1482173"/>
            <a:chOff x="0" y="0"/>
            <a:chExt cx="869247" cy="4482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69246" cy="448209"/>
            </a:xfrm>
            <a:custGeom>
              <a:avLst/>
              <a:gdLst/>
              <a:ahLst/>
              <a:cxnLst/>
              <a:rect l="l" t="t" r="r" b="b"/>
              <a:pathLst>
                <a:path w="869246" h="448209">
                  <a:moveTo>
                    <a:pt x="137359" y="0"/>
                  </a:moveTo>
                  <a:lnTo>
                    <a:pt x="731887" y="0"/>
                  </a:lnTo>
                  <a:cubicBezTo>
                    <a:pt x="768317" y="0"/>
                    <a:pt x="803255" y="14472"/>
                    <a:pt x="829015" y="40232"/>
                  </a:cubicBezTo>
                  <a:cubicBezTo>
                    <a:pt x="854775" y="65991"/>
                    <a:pt x="869246" y="100929"/>
                    <a:pt x="869246" y="137359"/>
                  </a:cubicBezTo>
                  <a:lnTo>
                    <a:pt x="869246" y="310850"/>
                  </a:lnTo>
                  <a:cubicBezTo>
                    <a:pt x="869246" y="386711"/>
                    <a:pt x="807749" y="448209"/>
                    <a:pt x="731887" y="448209"/>
                  </a:cubicBezTo>
                  <a:lnTo>
                    <a:pt x="137359" y="448209"/>
                  </a:lnTo>
                  <a:cubicBezTo>
                    <a:pt x="61498" y="448209"/>
                    <a:pt x="0" y="386711"/>
                    <a:pt x="0" y="310850"/>
                  </a:cubicBezTo>
                  <a:lnTo>
                    <a:pt x="0" y="137359"/>
                  </a:lnTo>
                  <a:cubicBezTo>
                    <a:pt x="0" y="61498"/>
                    <a:pt x="61498" y="0"/>
                    <a:pt x="137359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869247" cy="4767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48122" y="8861493"/>
            <a:ext cx="2678783" cy="676272"/>
            <a:chOff x="0" y="0"/>
            <a:chExt cx="810063" cy="2045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0063" cy="204504"/>
            </a:xfrm>
            <a:custGeom>
              <a:avLst/>
              <a:gdLst/>
              <a:ahLst/>
              <a:cxnLst/>
              <a:rect l="l" t="t" r="r" b="b"/>
              <a:pathLst>
                <a:path w="810063" h="204504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810063" cy="2330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453969" y="8946534"/>
            <a:ext cx="506190" cy="50619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1868824" y="6306090"/>
            <a:ext cx="6267663" cy="3874555"/>
          </a:xfrm>
          <a:custGeom>
            <a:avLst/>
            <a:gdLst/>
            <a:ahLst/>
            <a:cxnLst/>
            <a:rect l="l" t="t" r="r" b="b"/>
            <a:pathLst>
              <a:path w="6267663" h="3874555">
                <a:moveTo>
                  <a:pt x="0" y="0"/>
                </a:moveTo>
                <a:lnTo>
                  <a:pt x="6267663" y="0"/>
                </a:lnTo>
                <a:lnTo>
                  <a:pt x="6267663" y="3874555"/>
                </a:lnTo>
                <a:lnTo>
                  <a:pt x="0" y="38745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985618" y="6435292"/>
            <a:ext cx="6025421" cy="3659114"/>
          </a:xfrm>
          <a:custGeom>
            <a:avLst/>
            <a:gdLst/>
            <a:ahLst/>
            <a:cxnLst/>
            <a:rect l="l" t="t" r="r" b="b"/>
            <a:pathLst>
              <a:path w="6025421" h="3659114">
                <a:moveTo>
                  <a:pt x="0" y="0"/>
                </a:moveTo>
                <a:lnTo>
                  <a:pt x="6025420" y="0"/>
                </a:lnTo>
                <a:lnTo>
                  <a:pt x="6025420" y="3659114"/>
                </a:lnTo>
                <a:lnTo>
                  <a:pt x="0" y="36591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22" t="-8736" r="-836" b="-2754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310306" y="1562100"/>
            <a:ext cx="11131013" cy="6939859"/>
          </a:xfrm>
          <a:custGeom>
            <a:avLst/>
            <a:gdLst/>
            <a:ahLst/>
            <a:cxnLst/>
            <a:rect l="l" t="t" r="r" b="b"/>
            <a:pathLst>
              <a:path w="11131013" h="6939859">
                <a:moveTo>
                  <a:pt x="0" y="0"/>
                </a:moveTo>
                <a:lnTo>
                  <a:pt x="11131013" y="0"/>
                </a:lnTo>
                <a:lnTo>
                  <a:pt x="11131013" y="6939859"/>
                </a:lnTo>
                <a:lnTo>
                  <a:pt x="0" y="69398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00" t="-20631" r="-2479" b="-4048"/>
            </a:stretch>
          </a:blipFill>
        </p:spPr>
      </p:sp>
      <p:sp>
        <p:nvSpPr>
          <p:cNvPr id="20" name="Freeform 20"/>
          <p:cNvSpPr/>
          <p:nvPr/>
        </p:nvSpPr>
        <p:spPr>
          <a:xfrm rot="-4241298">
            <a:off x="1402807" y="3971282"/>
            <a:ext cx="2924330" cy="774948"/>
          </a:xfrm>
          <a:custGeom>
            <a:avLst/>
            <a:gdLst/>
            <a:ahLst/>
            <a:cxnLst/>
            <a:rect l="l" t="t" r="r" b="b"/>
            <a:pathLst>
              <a:path w="2924330" h="774948">
                <a:moveTo>
                  <a:pt x="0" y="0"/>
                </a:moveTo>
                <a:lnTo>
                  <a:pt x="2924330" y="0"/>
                </a:lnTo>
                <a:lnTo>
                  <a:pt x="2924330" y="774948"/>
                </a:lnTo>
                <a:lnTo>
                  <a:pt x="0" y="774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2820352" y="5754053"/>
            <a:ext cx="282892" cy="355282"/>
            <a:chOff x="0" y="0"/>
            <a:chExt cx="377190" cy="473710"/>
          </a:xfrm>
        </p:grpSpPr>
        <p:sp>
          <p:nvSpPr>
            <p:cNvPr id="22" name="Freeform 22"/>
            <p:cNvSpPr/>
            <p:nvPr/>
          </p:nvSpPr>
          <p:spPr>
            <a:xfrm>
              <a:off x="50800" y="50800"/>
              <a:ext cx="275672" cy="375637"/>
            </a:xfrm>
            <a:custGeom>
              <a:avLst/>
              <a:gdLst/>
              <a:ahLst/>
              <a:cxnLst/>
              <a:rect l="l" t="t" r="r" b="b"/>
              <a:pathLst>
                <a:path w="275672" h="375637">
                  <a:moveTo>
                    <a:pt x="0" y="224790"/>
                  </a:moveTo>
                  <a:cubicBezTo>
                    <a:pt x="39370" y="125730"/>
                    <a:pt x="46990" y="118110"/>
                    <a:pt x="48260" y="107950"/>
                  </a:cubicBezTo>
                  <a:cubicBezTo>
                    <a:pt x="49530" y="97790"/>
                    <a:pt x="43180" y="83820"/>
                    <a:pt x="41910" y="74930"/>
                  </a:cubicBezTo>
                  <a:cubicBezTo>
                    <a:pt x="40640" y="69850"/>
                    <a:pt x="40640" y="64770"/>
                    <a:pt x="40640" y="59690"/>
                  </a:cubicBezTo>
                  <a:cubicBezTo>
                    <a:pt x="40640" y="54610"/>
                    <a:pt x="41910" y="49530"/>
                    <a:pt x="43180" y="45720"/>
                  </a:cubicBezTo>
                  <a:cubicBezTo>
                    <a:pt x="44450" y="40640"/>
                    <a:pt x="45720" y="35560"/>
                    <a:pt x="48260" y="30480"/>
                  </a:cubicBezTo>
                  <a:cubicBezTo>
                    <a:pt x="50800" y="26670"/>
                    <a:pt x="54610" y="22860"/>
                    <a:pt x="58420" y="19050"/>
                  </a:cubicBezTo>
                  <a:cubicBezTo>
                    <a:pt x="62230" y="15240"/>
                    <a:pt x="66040" y="11430"/>
                    <a:pt x="69850" y="8890"/>
                  </a:cubicBezTo>
                  <a:cubicBezTo>
                    <a:pt x="73660" y="6350"/>
                    <a:pt x="78740" y="3810"/>
                    <a:pt x="83820" y="2540"/>
                  </a:cubicBezTo>
                  <a:cubicBezTo>
                    <a:pt x="88900" y="1270"/>
                    <a:pt x="93980" y="0"/>
                    <a:pt x="99060" y="0"/>
                  </a:cubicBezTo>
                  <a:cubicBezTo>
                    <a:pt x="104140" y="0"/>
                    <a:pt x="109220" y="0"/>
                    <a:pt x="114300" y="0"/>
                  </a:cubicBezTo>
                  <a:cubicBezTo>
                    <a:pt x="119380" y="1270"/>
                    <a:pt x="124460" y="2540"/>
                    <a:pt x="128270" y="5080"/>
                  </a:cubicBezTo>
                  <a:cubicBezTo>
                    <a:pt x="133350" y="6350"/>
                    <a:pt x="138430" y="8890"/>
                    <a:pt x="142240" y="12700"/>
                  </a:cubicBezTo>
                  <a:cubicBezTo>
                    <a:pt x="146050" y="15240"/>
                    <a:pt x="149860" y="19050"/>
                    <a:pt x="153670" y="22860"/>
                  </a:cubicBezTo>
                  <a:cubicBezTo>
                    <a:pt x="156210" y="26670"/>
                    <a:pt x="160020" y="31750"/>
                    <a:pt x="161290" y="35560"/>
                  </a:cubicBezTo>
                  <a:cubicBezTo>
                    <a:pt x="162560" y="38100"/>
                    <a:pt x="162560" y="41910"/>
                    <a:pt x="163830" y="43180"/>
                  </a:cubicBezTo>
                  <a:cubicBezTo>
                    <a:pt x="165100" y="44450"/>
                    <a:pt x="166370" y="41910"/>
                    <a:pt x="168910" y="41910"/>
                  </a:cubicBezTo>
                  <a:cubicBezTo>
                    <a:pt x="170180" y="40640"/>
                    <a:pt x="175260" y="39370"/>
                    <a:pt x="175260" y="39370"/>
                  </a:cubicBezTo>
                  <a:cubicBezTo>
                    <a:pt x="175260" y="39370"/>
                    <a:pt x="180340" y="39370"/>
                    <a:pt x="182880" y="39370"/>
                  </a:cubicBezTo>
                  <a:cubicBezTo>
                    <a:pt x="185420" y="39370"/>
                    <a:pt x="190500" y="39370"/>
                    <a:pt x="190500" y="39370"/>
                  </a:cubicBezTo>
                  <a:cubicBezTo>
                    <a:pt x="191770" y="39370"/>
                    <a:pt x="195580" y="40640"/>
                    <a:pt x="198120" y="40640"/>
                  </a:cubicBezTo>
                  <a:cubicBezTo>
                    <a:pt x="200660" y="41910"/>
                    <a:pt x="205740" y="43180"/>
                    <a:pt x="205740" y="43180"/>
                  </a:cubicBezTo>
                  <a:cubicBezTo>
                    <a:pt x="205740" y="43180"/>
                    <a:pt x="210820" y="44450"/>
                    <a:pt x="213360" y="45720"/>
                  </a:cubicBezTo>
                  <a:cubicBezTo>
                    <a:pt x="214630" y="46990"/>
                    <a:pt x="219710" y="49530"/>
                    <a:pt x="219710" y="49530"/>
                  </a:cubicBezTo>
                  <a:cubicBezTo>
                    <a:pt x="219710" y="49530"/>
                    <a:pt x="223520" y="52070"/>
                    <a:pt x="226060" y="54610"/>
                  </a:cubicBezTo>
                  <a:cubicBezTo>
                    <a:pt x="227330" y="55880"/>
                    <a:pt x="231140" y="59690"/>
                    <a:pt x="231140" y="59690"/>
                  </a:cubicBezTo>
                  <a:cubicBezTo>
                    <a:pt x="231140" y="59690"/>
                    <a:pt x="234950" y="63500"/>
                    <a:pt x="236220" y="64770"/>
                  </a:cubicBezTo>
                  <a:cubicBezTo>
                    <a:pt x="237490" y="67310"/>
                    <a:pt x="240030" y="71120"/>
                    <a:pt x="240030" y="71120"/>
                  </a:cubicBezTo>
                  <a:cubicBezTo>
                    <a:pt x="240030" y="71120"/>
                    <a:pt x="242570" y="76200"/>
                    <a:pt x="243840" y="78740"/>
                  </a:cubicBezTo>
                  <a:cubicBezTo>
                    <a:pt x="243840" y="81280"/>
                    <a:pt x="246380" y="85090"/>
                    <a:pt x="246380" y="85090"/>
                  </a:cubicBezTo>
                  <a:cubicBezTo>
                    <a:pt x="246380" y="86360"/>
                    <a:pt x="247650" y="90170"/>
                    <a:pt x="247650" y="92710"/>
                  </a:cubicBezTo>
                  <a:cubicBezTo>
                    <a:pt x="247650" y="95250"/>
                    <a:pt x="247650" y="97790"/>
                    <a:pt x="248920" y="100330"/>
                  </a:cubicBezTo>
                  <a:cubicBezTo>
                    <a:pt x="248920" y="104140"/>
                    <a:pt x="248920" y="107950"/>
                    <a:pt x="250190" y="113030"/>
                  </a:cubicBezTo>
                  <a:cubicBezTo>
                    <a:pt x="254000" y="123190"/>
                    <a:pt x="273050" y="140970"/>
                    <a:pt x="275590" y="156210"/>
                  </a:cubicBezTo>
                  <a:cubicBezTo>
                    <a:pt x="276860" y="171450"/>
                    <a:pt x="262890" y="187960"/>
                    <a:pt x="261620" y="204470"/>
                  </a:cubicBezTo>
                  <a:cubicBezTo>
                    <a:pt x="259080" y="219710"/>
                    <a:pt x="261620" y="232410"/>
                    <a:pt x="261620" y="248920"/>
                  </a:cubicBezTo>
                  <a:cubicBezTo>
                    <a:pt x="261620" y="269240"/>
                    <a:pt x="266700" y="294640"/>
                    <a:pt x="259080" y="313690"/>
                  </a:cubicBezTo>
                  <a:cubicBezTo>
                    <a:pt x="251460" y="334010"/>
                    <a:pt x="232410" y="356870"/>
                    <a:pt x="213360" y="367030"/>
                  </a:cubicBezTo>
                  <a:cubicBezTo>
                    <a:pt x="195580" y="375920"/>
                    <a:pt x="161290" y="378460"/>
                    <a:pt x="147320" y="372110"/>
                  </a:cubicBezTo>
                  <a:cubicBezTo>
                    <a:pt x="137160" y="367030"/>
                    <a:pt x="132080" y="342900"/>
                    <a:pt x="128270" y="341630"/>
                  </a:cubicBezTo>
                  <a:cubicBezTo>
                    <a:pt x="125730" y="341630"/>
                    <a:pt x="123190" y="344170"/>
                    <a:pt x="123190" y="344170"/>
                  </a:cubicBezTo>
                  <a:cubicBezTo>
                    <a:pt x="123190" y="344170"/>
                    <a:pt x="118110" y="345440"/>
                    <a:pt x="115570" y="345440"/>
                  </a:cubicBezTo>
                  <a:cubicBezTo>
                    <a:pt x="113030" y="345440"/>
                    <a:pt x="109220" y="346710"/>
                    <a:pt x="107950" y="346710"/>
                  </a:cubicBezTo>
                  <a:cubicBezTo>
                    <a:pt x="107950" y="346710"/>
                    <a:pt x="102870" y="346710"/>
                    <a:pt x="100330" y="346710"/>
                  </a:cubicBezTo>
                  <a:cubicBezTo>
                    <a:pt x="97790" y="346710"/>
                    <a:pt x="93980" y="346710"/>
                    <a:pt x="92710" y="346710"/>
                  </a:cubicBezTo>
                  <a:cubicBezTo>
                    <a:pt x="92710" y="346710"/>
                    <a:pt x="88900" y="344170"/>
                    <a:pt x="86360" y="344170"/>
                  </a:cubicBezTo>
                  <a:cubicBezTo>
                    <a:pt x="83820" y="342900"/>
                    <a:pt x="78740" y="341630"/>
                    <a:pt x="78740" y="341630"/>
                  </a:cubicBezTo>
                  <a:cubicBezTo>
                    <a:pt x="78740" y="341630"/>
                    <a:pt x="73660" y="339090"/>
                    <a:pt x="72390" y="337820"/>
                  </a:cubicBezTo>
                  <a:cubicBezTo>
                    <a:pt x="69850" y="336550"/>
                    <a:pt x="66040" y="334010"/>
                    <a:pt x="64770" y="334010"/>
                  </a:cubicBezTo>
                  <a:cubicBezTo>
                    <a:pt x="64770" y="334010"/>
                    <a:pt x="60960" y="330200"/>
                    <a:pt x="59690" y="328930"/>
                  </a:cubicBezTo>
                  <a:cubicBezTo>
                    <a:pt x="58420" y="327660"/>
                    <a:pt x="58420" y="327660"/>
                    <a:pt x="57150" y="326390"/>
                  </a:cubicBezTo>
                  <a:cubicBezTo>
                    <a:pt x="55880" y="326390"/>
                    <a:pt x="54610" y="325120"/>
                    <a:pt x="53340" y="325120"/>
                  </a:cubicBezTo>
                  <a:cubicBezTo>
                    <a:pt x="52070" y="323850"/>
                    <a:pt x="46990" y="322580"/>
                    <a:pt x="46990" y="322580"/>
                  </a:cubicBezTo>
                  <a:cubicBezTo>
                    <a:pt x="46990" y="322580"/>
                    <a:pt x="41910" y="318770"/>
                    <a:pt x="40640" y="317500"/>
                  </a:cubicBezTo>
                  <a:cubicBezTo>
                    <a:pt x="38100" y="316230"/>
                    <a:pt x="34290" y="313690"/>
                    <a:pt x="34290" y="313690"/>
                  </a:cubicBezTo>
                  <a:cubicBezTo>
                    <a:pt x="34290" y="313690"/>
                    <a:pt x="30480" y="309880"/>
                    <a:pt x="29210" y="307340"/>
                  </a:cubicBezTo>
                  <a:cubicBezTo>
                    <a:pt x="26670" y="306070"/>
                    <a:pt x="24130" y="302260"/>
                    <a:pt x="24130" y="302260"/>
                  </a:cubicBezTo>
                  <a:cubicBezTo>
                    <a:pt x="24130" y="302260"/>
                    <a:pt x="21590" y="297180"/>
                    <a:pt x="20320" y="294640"/>
                  </a:cubicBezTo>
                  <a:cubicBezTo>
                    <a:pt x="19050" y="292100"/>
                    <a:pt x="16510" y="288290"/>
                    <a:pt x="16510" y="288290"/>
                  </a:cubicBezTo>
                  <a:cubicBezTo>
                    <a:pt x="16510" y="288290"/>
                    <a:pt x="15240" y="283210"/>
                    <a:pt x="15240" y="280670"/>
                  </a:cubicBezTo>
                  <a:cubicBezTo>
                    <a:pt x="15240" y="278130"/>
                    <a:pt x="13970" y="273050"/>
                    <a:pt x="13970" y="273050"/>
                  </a:cubicBezTo>
                  <a:cubicBezTo>
                    <a:pt x="13970" y="273050"/>
                    <a:pt x="13970" y="267970"/>
                    <a:pt x="13970" y="265430"/>
                  </a:cubicBezTo>
                  <a:cubicBezTo>
                    <a:pt x="13970" y="262890"/>
                    <a:pt x="13970" y="257810"/>
                    <a:pt x="13970" y="257810"/>
                  </a:cubicBezTo>
                  <a:cubicBezTo>
                    <a:pt x="13970" y="257810"/>
                    <a:pt x="15240" y="252730"/>
                    <a:pt x="15240" y="250190"/>
                  </a:cubicBezTo>
                  <a:cubicBezTo>
                    <a:pt x="16510" y="248920"/>
                    <a:pt x="16510" y="248920"/>
                    <a:pt x="16510" y="247650"/>
                  </a:cubicBezTo>
                  <a:cubicBezTo>
                    <a:pt x="15240" y="243840"/>
                    <a:pt x="0" y="224790"/>
                    <a:pt x="0" y="224790"/>
                  </a:cubicBezTo>
                </a:path>
              </a:pathLst>
            </a:custGeom>
            <a:solidFill>
              <a:srgbClr val="F4F4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4649153" y="2564130"/>
            <a:ext cx="273368" cy="1847850"/>
            <a:chOff x="0" y="0"/>
            <a:chExt cx="364490" cy="2463800"/>
          </a:xfrm>
        </p:grpSpPr>
        <p:sp>
          <p:nvSpPr>
            <p:cNvPr id="24" name="Freeform 24"/>
            <p:cNvSpPr/>
            <p:nvPr/>
          </p:nvSpPr>
          <p:spPr>
            <a:xfrm>
              <a:off x="50579" y="46990"/>
              <a:ext cx="266141" cy="2365169"/>
            </a:xfrm>
            <a:custGeom>
              <a:avLst/>
              <a:gdLst/>
              <a:ahLst/>
              <a:cxnLst/>
              <a:rect l="l" t="t" r="r" b="b"/>
              <a:pathLst>
                <a:path w="266141" h="2365169">
                  <a:moveTo>
                    <a:pt x="167861" y="147320"/>
                  </a:moveTo>
                  <a:cubicBezTo>
                    <a:pt x="152621" y="360680"/>
                    <a:pt x="139921" y="368300"/>
                    <a:pt x="125951" y="373380"/>
                  </a:cubicBezTo>
                  <a:cubicBezTo>
                    <a:pt x="113251" y="378460"/>
                    <a:pt x="94201" y="379730"/>
                    <a:pt x="81501" y="373380"/>
                  </a:cubicBezTo>
                  <a:cubicBezTo>
                    <a:pt x="66261" y="365760"/>
                    <a:pt x="51021" y="351790"/>
                    <a:pt x="42131" y="328930"/>
                  </a:cubicBezTo>
                  <a:cubicBezTo>
                    <a:pt x="23081" y="280670"/>
                    <a:pt x="20541" y="120650"/>
                    <a:pt x="34511" y="74930"/>
                  </a:cubicBezTo>
                  <a:cubicBezTo>
                    <a:pt x="39591" y="55880"/>
                    <a:pt x="48481" y="45720"/>
                    <a:pt x="59911" y="38100"/>
                  </a:cubicBezTo>
                  <a:cubicBezTo>
                    <a:pt x="71341" y="29210"/>
                    <a:pt x="90391" y="26670"/>
                    <a:pt x="104361" y="26670"/>
                  </a:cubicBezTo>
                  <a:cubicBezTo>
                    <a:pt x="114521" y="27940"/>
                    <a:pt x="123411" y="31750"/>
                    <a:pt x="132301" y="38100"/>
                  </a:cubicBezTo>
                  <a:cubicBezTo>
                    <a:pt x="142461" y="45720"/>
                    <a:pt x="153891" y="57150"/>
                    <a:pt x="157701" y="74930"/>
                  </a:cubicBezTo>
                  <a:cubicBezTo>
                    <a:pt x="164051" y="104140"/>
                    <a:pt x="148811" y="180340"/>
                    <a:pt x="133571" y="208280"/>
                  </a:cubicBezTo>
                  <a:cubicBezTo>
                    <a:pt x="124681" y="223520"/>
                    <a:pt x="111981" y="232410"/>
                    <a:pt x="100551" y="237490"/>
                  </a:cubicBezTo>
                  <a:cubicBezTo>
                    <a:pt x="90391" y="242570"/>
                    <a:pt x="81501" y="243840"/>
                    <a:pt x="70071" y="241300"/>
                  </a:cubicBezTo>
                  <a:cubicBezTo>
                    <a:pt x="54831" y="237490"/>
                    <a:pt x="33241" y="226060"/>
                    <a:pt x="21811" y="208280"/>
                  </a:cubicBezTo>
                  <a:cubicBezTo>
                    <a:pt x="2761" y="177800"/>
                    <a:pt x="-1049" y="92710"/>
                    <a:pt x="221" y="63500"/>
                  </a:cubicBezTo>
                  <a:cubicBezTo>
                    <a:pt x="221" y="49530"/>
                    <a:pt x="1491" y="41910"/>
                    <a:pt x="6571" y="33020"/>
                  </a:cubicBezTo>
                  <a:cubicBezTo>
                    <a:pt x="14191" y="22860"/>
                    <a:pt x="28161" y="8890"/>
                    <a:pt x="40861" y="3810"/>
                  </a:cubicBezTo>
                  <a:cubicBezTo>
                    <a:pt x="53561" y="-1270"/>
                    <a:pt x="72611" y="-1270"/>
                    <a:pt x="85311" y="3810"/>
                  </a:cubicBezTo>
                  <a:cubicBezTo>
                    <a:pt x="99281" y="8890"/>
                    <a:pt x="109441" y="19050"/>
                    <a:pt x="119601" y="33020"/>
                  </a:cubicBezTo>
                  <a:cubicBezTo>
                    <a:pt x="134841" y="53340"/>
                    <a:pt x="152621" y="90170"/>
                    <a:pt x="160241" y="118110"/>
                  </a:cubicBezTo>
                  <a:cubicBezTo>
                    <a:pt x="167861" y="142240"/>
                    <a:pt x="178021" y="176530"/>
                    <a:pt x="167861" y="191770"/>
                  </a:cubicBezTo>
                  <a:cubicBezTo>
                    <a:pt x="155161" y="207010"/>
                    <a:pt x="98011" y="219710"/>
                    <a:pt x="89121" y="209550"/>
                  </a:cubicBezTo>
                  <a:cubicBezTo>
                    <a:pt x="80231" y="200660"/>
                    <a:pt x="94201" y="153670"/>
                    <a:pt x="111981" y="137160"/>
                  </a:cubicBezTo>
                  <a:cubicBezTo>
                    <a:pt x="133571" y="118110"/>
                    <a:pt x="199611" y="100330"/>
                    <a:pt x="222471" y="113030"/>
                  </a:cubicBezTo>
                  <a:cubicBezTo>
                    <a:pt x="240251" y="123190"/>
                    <a:pt x="244061" y="162560"/>
                    <a:pt x="247871" y="187960"/>
                  </a:cubicBezTo>
                  <a:cubicBezTo>
                    <a:pt x="251681" y="210820"/>
                    <a:pt x="252951" y="236220"/>
                    <a:pt x="249141" y="259080"/>
                  </a:cubicBezTo>
                  <a:cubicBezTo>
                    <a:pt x="244061" y="280670"/>
                    <a:pt x="223741" y="294640"/>
                    <a:pt x="219931" y="323850"/>
                  </a:cubicBezTo>
                  <a:cubicBezTo>
                    <a:pt x="214851" y="374650"/>
                    <a:pt x="258031" y="487680"/>
                    <a:pt x="261841" y="543560"/>
                  </a:cubicBezTo>
                  <a:cubicBezTo>
                    <a:pt x="265651" y="577850"/>
                    <a:pt x="266921" y="605790"/>
                    <a:pt x="260571" y="627380"/>
                  </a:cubicBezTo>
                  <a:cubicBezTo>
                    <a:pt x="255491" y="642620"/>
                    <a:pt x="247871" y="656590"/>
                    <a:pt x="235171" y="664210"/>
                  </a:cubicBezTo>
                  <a:cubicBezTo>
                    <a:pt x="219931" y="673100"/>
                    <a:pt x="191991" y="675640"/>
                    <a:pt x="176751" y="671830"/>
                  </a:cubicBezTo>
                  <a:cubicBezTo>
                    <a:pt x="162781" y="666750"/>
                    <a:pt x="151351" y="659130"/>
                    <a:pt x="142461" y="641350"/>
                  </a:cubicBezTo>
                  <a:cubicBezTo>
                    <a:pt x="119601" y="594360"/>
                    <a:pt x="90391" y="364490"/>
                    <a:pt x="122141" y="334010"/>
                  </a:cubicBezTo>
                  <a:cubicBezTo>
                    <a:pt x="137381" y="320040"/>
                    <a:pt x="189451" y="331470"/>
                    <a:pt x="198341" y="344170"/>
                  </a:cubicBezTo>
                  <a:cubicBezTo>
                    <a:pt x="207231" y="356870"/>
                    <a:pt x="184371" y="382270"/>
                    <a:pt x="180561" y="408940"/>
                  </a:cubicBezTo>
                  <a:cubicBezTo>
                    <a:pt x="176751" y="454660"/>
                    <a:pt x="202151" y="554990"/>
                    <a:pt x="193261" y="593090"/>
                  </a:cubicBezTo>
                  <a:cubicBezTo>
                    <a:pt x="189451" y="612140"/>
                    <a:pt x="180561" y="623570"/>
                    <a:pt x="171671" y="632460"/>
                  </a:cubicBezTo>
                  <a:cubicBezTo>
                    <a:pt x="164051" y="640080"/>
                    <a:pt x="155161" y="645160"/>
                    <a:pt x="145001" y="646430"/>
                  </a:cubicBezTo>
                  <a:cubicBezTo>
                    <a:pt x="132301" y="648970"/>
                    <a:pt x="111981" y="646430"/>
                    <a:pt x="100551" y="640080"/>
                  </a:cubicBezTo>
                  <a:cubicBezTo>
                    <a:pt x="90391" y="636270"/>
                    <a:pt x="82771" y="628650"/>
                    <a:pt x="77691" y="619760"/>
                  </a:cubicBezTo>
                  <a:cubicBezTo>
                    <a:pt x="72611" y="612140"/>
                    <a:pt x="67531" y="604520"/>
                    <a:pt x="67531" y="591820"/>
                  </a:cubicBezTo>
                  <a:cubicBezTo>
                    <a:pt x="66261" y="560070"/>
                    <a:pt x="100551" y="481330"/>
                    <a:pt x="106901" y="435610"/>
                  </a:cubicBezTo>
                  <a:cubicBezTo>
                    <a:pt x="111981" y="402590"/>
                    <a:pt x="103091" y="368300"/>
                    <a:pt x="109441" y="345440"/>
                  </a:cubicBezTo>
                  <a:cubicBezTo>
                    <a:pt x="115791" y="330200"/>
                    <a:pt x="124681" y="316230"/>
                    <a:pt x="136111" y="308610"/>
                  </a:cubicBezTo>
                  <a:cubicBezTo>
                    <a:pt x="147541" y="300990"/>
                    <a:pt x="165321" y="295910"/>
                    <a:pt x="179291" y="298450"/>
                  </a:cubicBezTo>
                  <a:cubicBezTo>
                    <a:pt x="193261" y="299720"/>
                    <a:pt x="209771" y="308610"/>
                    <a:pt x="218661" y="318770"/>
                  </a:cubicBezTo>
                  <a:cubicBezTo>
                    <a:pt x="228821" y="328930"/>
                    <a:pt x="231361" y="339090"/>
                    <a:pt x="235171" y="360680"/>
                  </a:cubicBezTo>
                  <a:cubicBezTo>
                    <a:pt x="247871" y="434340"/>
                    <a:pt x="228821" y="734060"/>
                    <a:pt x="235171" y="842010"/>
                  </a:cubicBezTo>
                  <a:cubicBezTo>
                    <a:pt x="237711" y="895350"/>
                    <a:pt x="254221" y="932180"/>
                    <a:pt x="249141" y="963930"/>
                  </a:cubicBezTo>
                  <a:cubicBezTo>
                    <a:pt x="244061" y="985520"/>
                    <a:pt x="235171" y="1005840"/>
                    <a:pt x="221201" y="1016000"/>
                  </a:cubicBezTo>
                  <a:cubicBezTo>
                    <a:pt x="209771" y="1024890"/>
                    <a:pt x="190721" y="1027430"/>
                    <a:pt x="178021" y="1027430"/>
                  </a:cubicBezTo>
                  <a:cubicBezTo>
                    <a:pt x="166591" y="1026160"/>
                    <a:pt x="157701" y="1022350"/>
                    <a:pt x="148811" y="1016000"/>
                  </a:cubicBezTo>
                  <a:cubicBezTo>
                    <a:pt x="138651" y="1008380"/>
                    <a:pt x="129761" y="999490"/>
                    <a:pt x="123411" y="979170"/>
                  </a:cubicBezTo>
                  <a:cubicBezTo>
                    <a:pt x="106901" y="929640"/>
                    <a:pt x="122141" y="755650"/>
                    <a:pt x="109441" y="690880"/>
                  </a:cubicBezTo>
                  <a:cubicBezTo>
                    <a:pt x="103091" y="655320"/>
                    <a:pt x="86581" y="635000"/>
                    <a:pt x="82771" y="612140"/>
                  </a:cubicBezTo>
                  <a:cubicBezTo>
                    <a:pt x="80231" y="598170"/>
                    <a:pt x="87851" y="586740"/>
                    <a:pt x="84041" y="574040"/>
                  </a:cubicBezTo>
                  <a:cubicBezTo>
                    <a:pt x="80231" y="556260"/>
                    <a:pt x="57371" y="538480"/>
                    <a:pt x="56101" y="520700"/>
                  </a:cubicBezTo>
                  <a:cubicBezTo>
                    <a:pt x="56101" y="506730"/>
                    <a:pt x="62451" y="488950"/>
                    <a:pt x="72611" y="478790"/>
                  </a:cubicBezTo>
                  <a:cubicBezTo>
                    <a:pt x="84041" y="467360"/>
                    <a:pt x="111981" y="458470"/>
                    <a:pt x="127221" y="458470"/>
                  </a:cubicBezTo>
                  <a:cubicBezTo>
                    <a:pt x="138651" y="458470"/>
                    <a:pt x="148811" y="461010"/>
                    <a:pt x="156431" y="468630"/>
                  </a:cubicBezTo>
                  <a:cubicBezTo>
                    <a:pt x="167861" y="482600"/>
                    <a:pt x="170401" y="511810"/>
                    <a:pt x="176751" y="548640"/>
                  </a:cubicBezTo>
                  <a:cubicBezTo>
                    <a:pt x="191991" y="624840"/>
                    <a:pt x="227551" y="852170"/>
                    <a:pt x="221201" y="904240"/>
                  </a:cubicBezTo>
                  <a:cubicBezTo>
                    <a:pt x="218661" y="919480"/>
                    <a:pt x="216121" y="924560"/>
                    <a:pt x="209771" y="932180"/>
                  </a:cubicBezTo>
                  <a:cubicBezTo>
                    <a:pt x="200881" y="942340"/>
                    <a:pt x="186911" y="955040"/>
                    <a:pt x="171671" y="957580"/>
                  </a:cubicBezTo>
                  <a:cubicBezTo>
                    <a:pt x="156431" y="960120"/>
                    <a:pt x="128491" y="953770"/>
                    <a:pt x="114521" y="943610"/>
                  </a:cubicBezTo>
                  <a:cubicBezTo>
                    <a:pt x="103091" y="933450"/>
                    <a:pt x="99281" y="923290"/>
                    <a:pt x="94201" y="902970"/>
                  </a:cubicBezTo>
                  <a:cubicBezTo>
                    <a:pt x="84041" y="858520"/>
                    <a:pt x="87851" y="706120"/>
                    <a:pt x="101821" y="670560"/>
                  </a:cubicBezTo>
                  <a:cubicBezTo>
                    <a:pt x="106901" y="656590"/>
                    <a:pt x="113251" y="652780"/>
                    <a:pt x="122141" y="647700"/>
                  </a:cubicBezTo>
                  <a:cubicBezTo>
                    <a:pt x="133571" y="641350"/>
                    <a:pt x="151351" y="635000"/>
                    <a:pt x="165321" y="636270"/>
                  </a:cubicBezTo>
                  <a:cubicBezTo>
                    <a:pt x="179291" y="638810"/>
                    <a:pt x="195801" y="646430"/>
                    <a:pt x="205961" y="657860"/>
                  </a:cubicBezTo>
                  <a:cubicBezTo>
                    <a:pt x="214851" y="668020"/>
                    <a:pt x="219931" y="680720"/>
                    <a:pt x="221201" y="699770"/>
                  </a:cubicBezTo>
                  <a:cubicBezTo>
                    <a:pt x="225011" y="740410"/>
                    <a:pt x="184371" y="836930"/>
                    <a:pt x="180561" y="896620"/>
                  </a:cubicBezTo>
                  <a:cubicBezTo>
                    <a:pt x="178021" y="944880"/>
                    <a:pt x="193261" y="979170"/>
                    <a:pt x="194531" y="1031240"/>
                  </a:cubicBezTo>
                  <a:cubicBezTo>
                    <a:pt x="195801" y="1098550"/>
                    <a:pt x="180561" y="1160780"/>
                    <a:pt x="178021" y="1266190"/>
                  </a:cubicBezTo>
                  <a:cubicBezTo>
                    <a:pt x="172941" y="1477010"/>
                    <a:pt x="208501" y="2063750"/>
                    <a:pt x="194531" y="2223770"/>
                  </a:cubicBezTo>
                  <a:cubicBezTo>
                    <a:pt x="189451" y="2278380"/>
                    <a:pt x="186911" y="2307590"/>
                    <a:pt x="174211" y="2331720"/>
                  </a:cubicBezTo>
                  <a:cubicBezTo>
                    <a:pt x="165321" y="2345690"/>
                    <a:pt x="152621" y="2355850"/>
                    <a:pt x="139921" y="2360930"/>
                  </a:cubicBezTo>
                  <a:cubicBezTo>
                    <a:pt x="127221" y="2366010"/>
                    <a:pt x="106901" y="2364740"/>
                    <a:pt x="95471" y="2360930"/>
                  </a:cubicBezTo>
                  <a:cubicBezTo>
                    <a:pt x="85311" y="2358390"/>
                    <a:pt x="76421" y="2352040"/>
                    <a:pt x="70071" y="2343150"/>
                  </a:cubicBezTo>
                  <a:cubicBezTo>
                    <a:pt x="62451" y="2332990"/>
                    <a:pt x="53561" y="2315210"/>
                    <a:pt x="53561" y="2301240"/>
                  </a:cubicBezTo>
                  <a:cubicBezTo>
                    <a:pt x="53561" y="2288540"/>
                    <a:pt x="58641" y="2272030"/>
                    <a:pt x="68801" y="2261870"/>
                  </a:cubicBezTo>
                  <a:cubicBezTo>
                    <a:pt x="80231" y="2249170"/>
                    <a:pt x="106901" y="2237740"/>
                    <a:pt x="123411" y="2239010"/>
                  </a:cubicBezTo>
                  <a:cubicBezTo>
                    <a:pt x="137381" y="2239010"/>
                    <a:pt x="151351" y="2246630"/>
                    <a:pt x="160241" y="2255520"/>
                  </a:cubicBezTo>
                  <a:cubicBezTo>
                    <a:pt x="170401" y="2263140"/>
                    <a:pt x="179291" y="2277110"/>
                    <a:pt x="180561" y="2289810"/>
                  </a:cubicBezTo>
                  <a:cubicBezTo>
                    <a:pt x="181831" y="2306320"/>
                    <a:pt x="172941" y="2334260"/>
                    <a:pt x="161511" y="2346960"/>
                  </a:cubicBezTo>
                  <a:cubicBezTo>
                    <a:pt x="152621" y="2357120"/>
                    <a:pt x="138651" y="2363470"/>
                    <a:pt x="124681" y="2364740"/>
                  </a:cubicBezTo>
                  <a:cubicBezTo>
                    <a:pt x="111981" y="2366010"/>
                    <a:pt x="96741" y="2364740"/>
                    <a:pt x="85311" y="2357120"/>
                  </a:cubicBezTo>
                  <a:cubicBezTo>
                    <a:pt x="72611" y="2346960"/>
                    <a:pt x="54831" y="2324100"/>
                    <a:pt x="53561" y="2306320"/>
                  </a:cubicBezTo>
                  <a:cubicBezTo>
                    <a:pt x="52291" y="2288540"/>
                    <a:pt x="64991" y="2263140"/>
                    <a:pt x="77691" y="2251710"/>
                  </a:cubicBezTo>
                  <a:cubicBezTo>
                    <a:pt x="91661" y="2240280"/>
                    <a:pt x="120871" y="2237740"/>
                    <a:pt x="137381" y="2241550"/>
                  </a:cubicBezTo>
                  <a:cubicBezTo>
                    <a:pt x="150081" y="2244090"/>
                    <a:pt x="161511" y="2255520"/>
                    <a:pt x="169131" y="2265680"/>
                  </a:cubicBezTo>
                  <a:cubicBezTo>
                    <a:pt x="176751" y="2275840"/>
                    <a:pt x="181831" y="2288540"/>
                    <a:pt x="180561" y="2301240"/>
                  </a:cubicBezTo>
                  <a:cubicBezTo>
                    <a:pt x="179291" y="2317750"/>
                    <a:pt x="166591" y="2343150"/>
                    <a:pt x="153891" y="2353310"/>
                  </a:cubicBezTo>
                  <a:cubicBezTo>
                    <a:pt x="142461" y="2363470"/>
                    <a:pt x="123411" y="2366010"/>
                    <a:pt x="109441" y="2364740"/>
                  </a:cubicBezTo>
                  <a:cubicBezTo>
                    <a:pt x="95471" y="2363470"/>
                    <a:pt x="78961" y="2354580"/>
                    <a:pt x="70071" y="2343150"/>
                  </a:cubicBezTo>
                  <a:cubicBezTo>
                    <a:pt x="61181" y="2332990"/>
                    <a:pt x="56101" y="2317750"/>
                    <a:pt x="53561" y="2301240"/>
                  </a:cubicBezTo>
                  <a:cubicBezTo>
                    <a:pt x="52291" y="2279650"/>
                    <a:pt x="64991" y="2255520"/>
                    <a:pt x="67531" y="2223770"/>
                  </a:cubicBezTo>
                  <a:cubicBezTo>
                    <a:pt x="71341" y="2172970"/>
                    <a:pt x="71341" y="2072640"/>
                    <a:pt x="67531" y="2023110"/>
                  </a:cubicBezTo>
                  <a:cubicBezTo>
                    <a:pt x="64991" y="1993900"/>
                    <a:pt x="57371" y="1988820"/>
                    <a:pt x="53561" y="1953260"/>
                  </a:cubicBezTo>
                  <a:cubicBezTo>
                    <a:pt x="43401" y="1842770"/>
                    <a:pt x="43401" y="1379220"/>
                    <a:pt x="54831" y="1272540"/>
                  </a:cubicBezTo>
                  <a:cubicBezTo>
                    <a:pt x="57371" y="1239520"/>
                    <a:pt x="64991" y="1238250"/>
                    <a:pt x="67531" y="1207770"/>
                  </a:cubicBezTo>
                  <a:cubicBezTo>
                    <a:pt x="73881" y="1135380"/>
                    <a:pt x="44671" y="930910"/>
                    <a:pt x="56101" y="834390"/>
                  </a:cubicBezTo>
                  <a:cubicBezTo>
                    <a:pt x="62451" y="772160"/>
                    <a:pt x="81501" y="716280"/>
                    <a:pt x="96741" y="684530"/>
                  </a:cubicBezTo>
                  <a:cubicBezTo>
                    <a:pt x="104361" y="666750"/>
                    <a:pt x="111981" y="655320"/>
                    <a:pt x="122141" y="647700"/>
                  </a:cubicBezTo>
                  <a:cubicBezTo>
                    <a:pt x="131031" y="641350"/>
                    <a:pt x="139921" y="637540"/>
                    <a:pt x="150081" y="636270"/>
                  </a:cubicBezTo>
                  <a:cubicBezTo>
                    <a:pt x="162781" y="636270"/>
                    <a:pt x="183101" y="638810"/>
                    <a:pt x="194531" y="647700"/>
                  </a:cubicBezTo>
                  <a:cubicBezTo>
                    <a:pt x="207231" y="657860"/>
                    <a:pt x="216121" y="675640"/>
                    <a:pt x="221201" y="699770"/>
                  </a:cubicBezTo>
                  <a:cubicBezTo>
                    <a:pt x="232631" y="746760"/>
                    <a:pt x="236441" y="877570"/>
                    <a:pt x="217391" y="919480"/>
                  </a:cubicBezTo>
                  <a:cubicBezTo>
                    <a:pt x="207231" y="941070"/>
                    <a:pt x="189451" y="953770"/>
                    <a:pt x="171671" y="957580"/>
                  </a:cubicBezTo>
                  <a:cubicBezTo>
                    <a:pt x="155161" y="961390"/>
                    <a:pt x="131031" y="957580"/>
                    <a:pt x="114521" y="943610"/>
                  </a:cubicBezTo>
                  <a:cubicBezTo>
                    <a:pt x="89121" y="918210"/>
                    <a:pt x="77691" y="844550"/>
                    <a:pt x="67531" y="788670"/>
                  </a:cubicBezTo>
                  <a:cubicBezTo>
                    <a:pt x="56101" y="722630"/>
                    <a:pt x="53561" y="623570"/>
                    <a:pt x="53561" y="571500"/>
                  </a:cubicBezTo>
                  <a:cubicBezTo>
                    <a:pt x="54831" y="541020"/>
                    <a:pt x="54831" y="500380"/>
                    <a:pt x="59911" y="500380"/>
                  </a:cubicBezTo>
                  <a:cubicBezTo>
                    <a:pt x="64991" y="499110"/>
                    <a:pt x="86581" y="572770"/>
                    <a:pt x="84041" y="574040"/>
                  </a:cubicBezTo>
                  <a:cubicBezTo>
                    <a:pt x="82771" y="574040"/>
                    <a:pt x="56101" y="538480"/>
                    <a:pt x="56101" y="520700"/>
                  </a:cubicBezTo>
                  <a:cubicBezTo>
                    <a:pt x="56101" y="504190"/>
                    <a:pt x="71341" y="478790"/>
                    <a:pt x="84041" y="468630"/>
                  </a:cubicBezTo>
                  <a:cubicBezTo>
                    <a:pt x="95471" y="459740"/>
                    <a:pt x="114521" y="457200"/>
                    <a:pt x="127221" y="458470"/>
                  </a:cubicBezTo>
                  <a:cubicBezTo>
                    <a:pt x="138651" y="458470"/>
                    <a:pt x="146271" y="459740"/>
                    <a:pt x="156431" y="468630"/>
                  </a:cubicBezTo>
                  <a:cubicBezTo>
                    <a:pt x="174211" y="485140"/>
                    <a:pt x="193261" y="529590"/>
                    <a:pt x="207231" y="572770"/>
                  </a:cubicBezTo>
                  <a:cubicBezTo>
                    <a:pt x="227551" y="636270"/>
                    <a:pt x="242791" y="749300"/>
                    <a:pt x="249141" y="821690"/>
                  </a:cubicBezTo>
                  <a:cubicBezTo>
                    <a:pt x="252951" y="875030"/>
                    <a:pt x="254221" y="930910"/>
                    <a:pt x="249141" y="963930"/>
                  </a:cubicBezTo>
                  <a:cubicBezTo>
                    <a:pt x="245331" y="982980"/>
                    <a:pt x="242791" y="995680"/>
                    <a:pt x="232631" y="1005840"/>
                  </a:cubicBezTo>
                  <a:cubicBezTo>
                    <a:pt x="221201" y="1017270"/>
                    <a:pt x="194531" y="1028700"/>
                    <a:pt x="178021" y="1027430"/>
                  </a:cubicBezTo>
                  <a:cubicBezTo>
                    <a:pt x="160241" y="1024890"/>
                    <a:pt x="141191" y="1012190"/>
                    <a:pt x="128491" y="994410"/>
                  </a:cubicBezTo>
                  <a:cubicBezTo>
                    <a:pt x="110711" y="963930"/>
                    <a:pt x="111981" y="906780"/>
                    <a:pt x="108171" y="842010"/>
                  </a:cubicBezTo>
                  <a:cubicBezTo>
                    <a:pt x="100551" y="723900"/>
                    <a:pt x="87851" y="415290"/>
                    <a:pt x="109441" y="345440"/>
                  </a:cubicBezTo>
                  <a:cubicBezTo>
                    <a:pt x="117061" y="325120"/>
                    <a:pt x="124681" y="316230"/>
                    <a:pt x="136111" y="308610"/>
                  </a:cubicBezTo>
                  <a:cubicBezTo>
                    <a:pt x="147541" y="300990"/>
                    <a:pt x="166591" y="297180"/>
                    <a:pt x="179291" y="298450"/>
                  </a:cubicBezTo>
                  <a:cubicBezTo>
                    <a:pt x="189451" y="298450"/>
                    <a:pt x="199611" y="302260"/>
                    <a:pt x="207231" y="308610"/>
                  </a:cubicBezTo>
                  <a:cubicBezTo>
                    <a:pt x="217391" y="316230"/>
                    <a:pt x="228821" y="330200"/>
                    <a:pt x="233901" y="345440"/>
                  </a:cubicBezTo>
                  <a:cubicBezTo>
                    <a:pt x="240251" y="368300"/>
                    <a:pt x="238981" y="398780"/>
                    <a:pt x="235171" y="431800"/>
                  </a:cubicBezTo>
                  <a:cubicBezTo>
                    <a:pt x="228821" y="480060"/>
                    <a:pt x="212311" y="572770"/>
                    <a:pt x="189451" y="608330"/>
                  </a:cubicBezTo>
                  <a:cubicBezTo>
                    <a:pt x="176751" y="628650"/>
                    <a:pt x="160241" y="641350"/>
                    <a:pt x="145001" y="646430"/>
                  </a:cubicBezTo>
                  <a:cubicBezTo>
                    <a:pt x="131031" y="650240"/>
                    <a:pt x="111981" y="647700"/>
                    <a:pt x="100551" y="640080"/>
                  </a:cubicBezTo>
                  <a:cubicBezTo>
                    <a:pt x="87851" y="633730"/>
                    <a:pt x="77691" y="621030"/>
                    <a:pt x="71341" y="605790"/>
                  </a:cubicBezTo>
                  <a:cubicBezTo>
                    <a:pt x="59911" y="584200"/>
                    <a:pt x="57371" y="549910"/>
                    <a:pt x="53561" y="516890"/>
                  </a:cubicBezTo>
                  <a:cubicBezTo>
                    <a:pt x="49751" y="476250"/>
                    <a:pt x="49751" y="416560"/>
                    <a:pt x="54831" y="378460"/>
                  </a:cubicBezTo>
                  <a:cubicBezTo>
                    <a:pt x="58641" y="350520"/>
                    <a:pt x="62451" y="327660"/>
                    <a:pt x="75151" y="307340"/>
                  </a:cubicBezTo>
                  <a:cubicBezTo>
                    <a:pt x="87851" y="284480"/>
                    <a:pt x="108171" y="255270"/>
                    <a:pt x="132301" y="248920"/>
                  </a:cubicBezTo>
                  <a:cubicBezTo>
                    <a:pt x="158971" y="241300"/>
                    <a:pt x="205961" y="247650"/>
                    <a:pt x="228821" y="271780"/>
                  </a:cubicBezTo>
                  <a:cubicBezTo>
                    <a:pt x="259301" y="304800"/>
                    <a:pt x="256761" y="408940"/>
                    <a:pt x="261841" y="469900"/>
                  </a:cubicBezTo>
                  <a:cubicBezTo>
                    <a:pt x="266921" y="520700"/>
                    <a:pt x="268191" y="579120"/>
                    <a:pt x="261841" y="612140"/>
                  </a:cubicBezTo>
                  <a:cubicBezTo>
                    <a:pt x="259301" y="629920"/>
                    <a:pt x="256761" y="643890"/>
                    <a:pt x="246601" y="654050"/>
                  </a:cubicBezTo>
                  <a:cubicBezTo>
                    <a:pt x="233901" y="665480"/>
                    <a:pt x="208501" y="676910"/>
                    <a:pt x="190721" y="674370"/>
                  </a:cubicBezTo>
                  <a:cubicBezTo>
                    <a:pt x="174211" y="673100"/>
                    <a:pt x="155161" y="662940"/>
                    <a:pt x="142461" y="641350"/>
                  </a:cubicBezTo>
                  <a:cubicBezTo>
                    <a:pt x="113251" y="591820"/>
                    <a:pt x="104361" y="408940"/>
                    <a:pt x="108171" y="326390"/>
                  </a:cubicBezTo>
                  <a:cubicBezTo>
                    <a:pt x="110711" y="271780"/>
                    <a:pt x="111981" y="204470"/>
                    <a:pt x="134841" y="190500"/>
                  </a:cubicBezTo>
                  <a:cubicBezTo>
                    <a:pt x="152621" y="180340"/>
                    <a:pt x="208501" y="201930"/>
                    <a:pt x="214851" y="217170"/>
                  </a:cubicBezTo>
                  <a:cubicBezTo>
                    <a:pt x="221201" y="232410"/>
                    <a:pt x="200881" y="260350"/>
                    <a:pt x="184371" y="276860"/>
                  </a:cubicBezTo>
                  <a:cubicBezTo>
                    <a:pt x="166591" y="295910"/>
                    <a:pt x="131031" y="325120"/>
                    <a:pt x="108171" y="320040"/>
                  </a:cubicBezTo>
                  <a:cubicBezTo>
                    <a:pt x="81501" y="313690"/>
                    <a:pt x="58641" y="257810"/>
                    <a:pt x="40861" y="219710"/>
                  </a:cubicBezTo>
                  <a:cubicBezTo>
                    <a:pt x="20541" y="173990"/>
                    <a:pt x="-2319" y="97790"/>
                    <a:pt x="221" y="63500"/>
                  </a:cubicBezTo>
                  <a:cubicBezTo>
                    <a:pt x="221" y="44450"/>
                    <a:pt x="7841" y="30480"/>
                    <a:pt x="15461" y="20320"/>
                  </a:cubicBezTo>
                  <a:cubicBezTo>
                    <a:pt x="21811" y="12700"/>
                    <a:pt x="30701" y="6350"/>
                    <a:pt x="40861" y="3810"/>
                  </a:cubicBezTo>
                  <a:cubicBezTo>
                    <a:pt x="53561" y="0"/>
                    <a:pt x="72611" y="-1270"/>
                    <a:pt x="85311" y="3810"/>
                  </a:cubicBezTo>
                  <a:cubicBezTo>
                    <a:pt x="99281" y="8890"/>
                    <a:pt x="113251" y="22860"/>
                    <a:pt x="119601" y="33020"/>
                  </a:cubicBezTo>
                  <a:cubicBezTo>
                    <a:pt x="124681" y="41910"/>
                    <a:pt x="127221" y="50800"/>
                    <a:pt x="127221" y="63500"/>
                  </a:cubicBezTo>
                  <a:cubicBezTo>
                    <a:pt x="125951" y="81280"/>
                    <a:pt x="100551" y="107950"/>
                    <a:pt x="103091" y="129540"/>
                  </a:cubicBezTo>
                  <a:cubicBezTo>
                    <a:pt x="104361" y="152400"/>
                    <a:pt x="139921" y="175260"/>
                    <a:pt x="139921" y="193040"/>
                  </a:cubicBezTo>
                  <a:cubicBezTo>
                    <a:pt x="138651" y="208280"/>
                    <a:pt x="125951" y="222250"/>
                    <a:pt x="114521" y="231140"/>
                  </a:cubicBezTo>
                  <a:cubicBezTo>
                    <a:pt x="101821" y="238760"/>
                    <a:pt x="82771" y="242570"/>
                    <a:pt x="70071" y="241300"/>
                  </a:cubicBezTo>
                  <a:cubicBezTo>
                    <a:pt x="59911" y="241300"/>
                    <a:pt x="49751" y="237490"/>
                    <a:pt x="42131" y="231140"/>
                  </a:cubicBezTo>
                  <a:cubicBezTo>
                    <a:pt x="31971" y="222250"/>
                    <a:pt x="20541" y="210820"/>
                    <a:pt x="16731" y="193040"/>
                  </a:cubicBezTo>
                  <a:cubicBezTo>
                    <a:pt x="10381" y="163830"/>
                    <a:pt x="24351" y="87630"/>
                    <a:pt x="39591" y="60960"/>
                  </a:cubicBezTo>
                  <a:cubicBezTo>
                    <a:pt x="48481" y="44450"/>
                    <a:pt x="59911" y="35560"/>
                    <a:pt x="73881" y="30480"/>
                  </a:cubicBezTo>
                  <a:cubicBezTo>
                    <a:pt x="86581" y="25400"/>
                    <a:pt x="106901" y="26670"/>
                    <a:pt x="118331" y="30480"/>
                  </a:cubicBezTo>
                  <a:cubicBezTo>
                    <a:pt x="128491" y="34290"/>
                    <a:pt x="136111" y="39370"/>
                    <a:pt x="143731" y="48260"/>
                  </a:cubicBezTo>
                  <a:cubicBezTo>
                    <a:pt x="153891" y="59690"/>
                    <a:pt x="161511" y="74930"/>
                    <a:pt x="166591" y="99060"/>
                  </a:cubicBezTo>
                  <a:cubicBezTo>
                    <a:pt x="176751" y="148590"/>
                    <a:pt x="179291" y="285750"/>
                    <a:pt x="165321" y="328930"/>
                  </a:cubicBezTo>
                  <a:cubicBezTo>
                    <a:pt x="160241" y="347980"/>
                    <a:pt x="152621" y="358140"/>
                    <a:pt x="139921" y="365760"/>
                  </a:cubicBezTo>
                  <a:cubicBezTo>
                    <a:pt x="125951" y="374650"/>
                    <a:pt x="98011" y="379730"/>
                    <a:pt x="81501" y="373380"/>
                  </a:cubicBezTo>
                  <a:cubicBezTo>
                    <a:pt x="64991" y="367030"/>
                    <a:pt x="51021" y="351790"/>
                    <a:pt x="42131" y="328930"/>
                  </a:cubicBezTo>
                  <a:cubicBezTo>
                    <a:pt x="26891" y="287020"/>
                    <a:pt x="30701" y="154940"/>
                    <a:pt x="47211" y="118110"/>
                  </a:cubicBezTo>
                  <a:cubicBezTo>
                    <a:pt x="56101" y="101600"/>
                    <a:pt x="70071" y="93980"/>
                    <a:pt x="81501" y="88900"/>
                  </a:cubicBezTo>
                  <a:cubicBezTo>
                    <a:pt x="91661" y="83820"/>
                    <a:pt x="100551" y="82550"/>
                    <a:pt x="111981" y="85090"/>
                  </a:cubicBezTo>
                  <a:cubicBezTo>
                    <a:pt x="124681" y="87630"/>
                    <a:pt x="142461" y="95250"/>
                    <a:pt x="151351" y="105410"/>
                  </a:cubicBezTo>
                  <a:cubicBezTo>
                    <a:pt x="160241" y="115570"/>
                    <a:pt x="167861" y="147320"/>
                    <a:pt x="167861" y="147320"/>
                  </a:cubicBezTo>
                </a:path>
              </a:pathLst>
            </a:custGeom>
            <a:solidFill>
              <a:srgbClr val="F4F4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4658678" y="3945255"/>
            <a:ext cx="273368" cy="1898333"/>
            <a:chOff x="0" y="0"/>
            <a:chExt cx="364490" cy="2531110"/>
          </a:xfrm>
        </p:grpSpPr>
        <p:sp>
          <p:nvSpPr>
            <p:cNvPr id="26" name="Freeform 26"/>
            <p:cNvSpPr/>
            <p:nvPr/>
          </p:nvSpPr>
          <p:spPr>
            <a:xfrm>
              <a:off x="46798" y="50800"/>
              <a:ext cx="267749" cy="2430178"/>
            </a:xfrm>
            <a:custGeom>
              <a:avLst/>
              <a:gdLst/>
              <a:ahLst/>
              <a:cxnLst/>
              <a:rect l="l" t="t" r="r" b="b"/>
              <a:pathLst>
                <a:path w="267749" h="2430178">
                  <a:moveTo>
                    <a:pt x="158942" y="63500"/>
                  </a:moveTo>
                  <a:cubicBezTo>
                    <a:pt x="150052" y="440690"/>
                    <a:pt x="142432" y="449580"/>
                    <a:pt x="131002" y="458470"/>
                  </a:cubicBezTo>
                  <a:cubicBezTo>
                    <a:pt x="119572" y="466090"/>
                    <a:pt x="101792" y="469900"/>
                    <a:pt x="87822" y="468630"/>
                  </a:cubicBezTo>
                  <a:cubicBezTo>
                    <a:pt x="73852" y="467360"/>
                    <a:pt x="57342" y="458470"/>
                    <a:pt x="47182" y="448310"/>
                  </a:cubicBezTo>
                  <a:cubicBezTo>
                    <a:pt x="38292" y="436880"/>
                    <a:pt x="26862" y="416560"/>
                    <a:pt x="31942" y="405130"/>
                  </a:cubicBezTo>
                  <a:cubicBezTo>
                    <a:pt x="38292" y="392430"/>
                    <a:pt x="82742" y="377190"/>
                    <a:pt x="103062" y="382270"/>
                  </a:cubicBezTo>
                  <a:cubicBezTo>
                    <a:pt x="124652" y="387350"/>
                    <a:pt x="160212" y="433070"/>
                    <a:pt x="156402" y="439420"/>
                  </a:cubicBezTo>
                  <a:cubicBezTo>
                    <a:pt x="153862" y="444500"/>
                    <a:pt x="101792" y="439420"/>
                    <a:pt x="87822" y="421640"/>
                  </a:cubicBezTo>
                  <a:cubicBezTo>
                    <a:pt x="67502" y="396240"/>
                    <a:pt x="77662" y="312420"/>
                    <a:pt x="85282" y="276860"/>
                  </a:cubicBezTo>
                  <a:cubicBezTo>
                    <a:pt x="91632" y="254000"/>
                    <a:pt x="99252" y="233680"/>
                    <a:pt x="113222" y="224790"/>
                  </a:cubicBezTo>
                  <a:cubicBezTo>
                    <a:pt x="127192" y="214630"/>
                    <a:pt x="156402" y="212090"/>
                    <a:pt x="171642" y="217170"/>
                  </a:cubicBezTo>
                  <a:cubicBezTo>
                    <a:pt x="185612" y="222250"/>
                    <a:pt x="197042" y="232410"/>
                    <a:pt x="205932" y="247650"/>
                  </a:cubicBezTo>
                  <a:cubicBezTo>
                    <a:pt x="218632" y="269240"/>
                    <a:pt x="214822" y="318770"/>
                    <a:pt x="226252" y="349250"/>
                  </a:cubicBezTo>
                  <a:cubicBezTo>
                    <a:pt x="235142" y="374650"/>
                    <a:pt x="259272" y="396240"/>
                    <a:pt x="261812" y="417830"/>
                  </a:cubicBezTo>
                  <a:cubicBezTo>
                    <a:pt x="264352" y="438150"/>
                    <a:pt x="256732" y="462280"/>
                    <a:pt x="246572" y="474980"/>
                  </a:cubicBezTo>
                  <a:cubicBezTo>
                    <a:pt x="237682" y="486410"/>
                    <a:pt x="221172" y="495300"/>
                    <a:pt x="207202" y="495300"/>
                  </a:cubicBezTo>
                  <a:cubicBezTo>
                    <a:pt x="189422" y="496570"/>
                    <a:pt x="161482" y="488950"/>
                    <a:pt x="151322" y="473710"/>
                  </a:cubicBezTo>
                  <a:cubicBezTo>
                    <a:pt x="139892" y="457200"/>
                    <a:pt x="155132" y="427990"/>
                    <a:pt x="153862" y="393700"/>
                  </a:cubicBezTo>
                  <a:cubicBezTo>
                    <a:pt x="148782" y="337820"/>
                    <a:pt x="111952" y="215900"/>
                    <a:pt x="115762" y="170180"/>
                  </a:cubicBezTo>
                  <a:cubicBezTo>
                    <a:pt x="117032" y="151130"/>
                    <a:pt x="120842" y="138430"/>
                    <a:pt x="129732" y="128270"/>
                  </a:cubicBezTo>
                  <a:cubicBezTo>
                    <a:pt x="138622" y="116840"/>
                    <a:pt x="155132" y="107950"/>
                    <a:pt x="169102" y="105410"/>
                  </a:cubicBezTo>
                  <a:cubicBezTo>
                    <a:pt x="183072" y="102870"/>
                    <a:pt x="202122" y="107950"/>
                    <a:pt x="212282" y="114300"/>
                  </a:cubicBezTo>
                  <a:cubicBezTo>
                    <a:pt x="222442" y="119380"/>
                    <a:pt x="230062" y="124460"/>
                    <a:pt x="233872" y="137160"/>
                  </a:cubicBezTo>
                  <a:cubicBezTo>
                    <a:pt x="245302" y="172720"/>
                    <a:pt x="200852" y="288290"/>
                    <a:pt x="195772" y="370840"/>
                  </a:cubicBezTo>
                  <a:cubicBezTo>
                    <a:pt x="191962" y="458470"/>
                    <a:pt x="213552" y="580390"/>
                    <a:pt x="212282" y="648970"/>
                  </a:cubicBezTo>
                  <a:cubicBezTo>
                    <a:pt x="212282" y="689610"/>
                    <a:pt x="213552" y="726440"/>
                    <a:pt x="205932" y="746760"/>
                  </a:cubicBezTo>
                  <a:cubicBezTo>
                    <a:pt x="200852" y="758190"/>
                    <a:pt x="194502" y="764540"/>
                    <a:pt x="185612" y="769620"/>
                  </a:cubicBezTo>
                  <a:cubicBezTo>
                    <a:pt x="174182" y="775970"/>
                    <a:pt x="156402" y="782320"/>
                    <a:pt x="141162" y="779780"/>
                  </a:cubicBezTo>
                  <a:cubicBezTo>
                    <a:pt x="124652" y="777240"/>
                    <a:pt x="108142" y="767080"/>
                    <a:pt x="92902" y="746760"/>
                  </a:cubicBezTo>
                  <a:cubicBezTo>
                    <a:pt x="62422" y="704850"/>
                    <a:pt x="34482" y="572770"/>
                    <a:pt x="19242" y="501650"/>
                  </a:cubicBezTo>
                  <a:cubicBezTo>
                    <a:pt x="9082" y="447040"/>
                    <a:pt x="5272" y="407670"/>
                    <a:pt x="4002" y="358140"/>
                  </a:cubicBezTo>
                  <a:cubicBezTo>
                    <a:pt x="4002" y="304800"/>
                    <a:pt x="10352" y="224790"/>
                    <a:pt x="19242" y="193040"/>
                  </a:cubicBezTo>
                  <a:cubicBezTo>
                    <a:pt x="24322" y="180340"/>
                    <a:pt x="25592" y="173990"/>
                    <a:pt x="34482" y="166370"/>
                  </a:cubicBezTo>
                  <a:cubicBezTo>
                    <a:pt x="45912" y="156210"/>
                    <a:pt x="72582" y="144780"/>
                    <a:pt x="89092" y="146050"/>
                  </a:cubicBezTo>
                  <a:cubicBezTo>
                    <a:pt x="104332" y="147320"/>
                    <a:pt x="119572" y="157480"/>
                    <a:pt x="129732" y="167640"/>
                  </a:cubicBezTo>
                  <a:cubicBezTo>
                    <a:pt x="136082" y="173990"/>
                    <a:pt x="139892" y="181610"/>
                    <a:pt x="143702" y="194310"/>
                  </a:cubicBezTo>
                  <a:cubicBezTo>
                    <a:pt x="148782" y="214630"/>
                    <a:pt x="148782" y="256540"/>
                    <a:pt x="144972" y="283210"/>
                  </a:cubicBezTo>
                  <a:cubicBezTo>
                    <a:pt x="141162" y="308610"/>
                    <a:pt x="125922" y="326390"/>
                    <a:pt x="123382" y="353060"/>
                  </a:cubicBezTo>
                  <a:cubicBezTo>
                    <a:pt x="118302" y="389890"/>
                    <a:pt x="124652" y="429260"/>
                    <a:pt x="131002" y="486410"/>
                  </a:cubicBezTo>
                  <a:cubicBezTo>
                    <a:pt x="143702" y="595630"/>
                    <a:pt x="200852" y="820420"/>
                    <a:pt x="212282" y="956310"/>
                  </a:cubicBezTo>
                  <a:cubicBezTo>
                    <a:pt x="221172" y="1060450"/>
                    <a:pt x="223712" y="1168400"/>
                    <a:pt x="212282" y="1231900"/>
                  </a:cubicBezTo>
                  <a:cubicBezTo>
                    <a:pt x="205932" y="1266190"/>
                    <a:pt x="188152" y="1272540"/>
                    <a:pt x="183072" y="1310640"/>
                  </a:cubicBezTo>
                  <a:cubicBezTo>
                    <a:pt x="170372" y="1400810"/>
                    <a:pt x="228792" y="1678940"/>
                    <a:pt x="224982" y="1791970"/>
                  </a:cubicBezTo>
                  <a:cubicBezTo>
                    <a:pt x="222442" y="1851660"/>
                    <a:pt x="218632" y="1898650"/>
                    <a:pt x="203392" y="1930400"/>
                  </a:cubicBezTo>
                  <a:cubicBezTo>
                    <a:pt x="193232" y="1950720"/>
                    <a:pt x="179262" y="1967230"/>
                    <a:pt x="164022" y="1974850"/>
                  </a:cubicBezTo>
                  <a:cubicBezTo>
                    <a:pt x="150052" y="1979930"/>
                    <a:pt x="131002" y="1978660"/>
                    <a:pt x="118302" y="1974850"/>
                  </a:cubicBezTo>
                  <a:cubicBezTo>
                    <a:pt x="108142" y="1971040"/>
                    <a:pt x="101792" y="1967230"/>
                    <a:pt x="94172" y="1957070"/>
                  </a:cubicBezTo>
                  <a:cubicBezTo>
                    <a:pt x="77662" y="1936750"/>
                    <a:pt x="56072" y="1891030"/>
                    <a:pt x="47182" y="1841500"/>
                  </a:cubicBezTo>
                  <a:cubicBezTo>
                    <a:pt x="30672" y="1757680"/>
                    <a:pt x="34482" y="1544320"/>
                    <a:pt x="47182" y="1494790"/>
                  </a:cubicBezTo>
                  <a:cubicBezTo>
                    <a:pt x="50992" y="1479550"/>
                    <a:pt x="53532" y="1474470"/>
                    <a:pt x="61152" y="1466850"/>
                  </a:cubicBezTo>
                  <a:cubicBezTo>
                    <a:pt x="70042" y="1457960"/>
                    <a:pt x="87822" y="1449070"/>
                    <a:pt x="100522" y="1446530"/>
                  </a:cubicBezTo>
                  <a:cubicBezTo>
                    <a:pt x="111952" y="1443990"/>
                    <a:pt x="120842" y="1445260"/>
                    <a:pt x="131002" y="1450340"/>
                  </a:cubicBezTo>
                  <a:cubicBezTo>
                    <a:pt x="142432" y="1455420"/>
                    <a:pt x="155132" y="1460500"/>
                    <a:pt x="165292" y="1479550"/>
                  </a:cubicBezTo>
                  <a:cubicBezTo>
                    <a:pt x="199582" y="1554480"/>
                    <a:pt x="156402" y="1964690"/>
                    <a:pt x="185612" y="2125980"/>
                  </a:cubicBezTo>
                  <a:cubicBezTo>
                    <a:pt x="203392" y="2226310"/>
                    <a:pt x="265622" y="2319020"/>
                    <a:pt x="266892" y="2364740"/>
                  </a:cubicBezTo>
                  <a:cubicBezTo>
                    <a:pt x="266892" y="2382520"/>
                    <a:pt x="263082" y="2392680"/>
                    <a:pt x="255462" y="2402840"/>
                  </a:cubicBezTo>
                  <a:cubicBezTo>
                    <a:pt x="247842" y="2414270"/>
                    <a:pt x="233872" y="2423160"/>
                    <a:pt x="222442" y="2426970"/>
                  </a:cubicBezTo>
                  <a:cubicBezTo>
                    <a:pt x="209742" y="2430780"/>
                    <a:pt x="194502" y="2432050"/>
                    <a:pt x="181802" y="2425700"/>
                  </a:cubicBezTo>
                  <a:cubicBezTo>
                    <a:pt x="166562" y="2419350"/>
                    <a:pt x="146242" y="2399030"/>
                    <a:pt x="141162" y="2381250"/>
                  </a:cubicBezTo>
                  <a:cubicBezTo>
                    <a:pt x="137352" y="2364740"/>
                    <a:pt x="144972" y="2336800"/>
                    <a:pt x="156402" y="2324100"/>
                  </a:cubicBezTo>
                  <a:cubicBezTo>
                    <a:pt x="167832" y="2311400"/>
                    <a:pt x="194502" y="2301240"/>
                    <a:pt x="212282" y="2303780"/>
                  </a:cubicBezTo>
                  <a:cubicBezTo>
                    <a:pt x="228792" y="2306320"/>
                    <a:pt x="252922" y="2322830"/>
                    <a:pt x="260542" y="2338070"/>
                  </a:cubicBezTo>
                  <a:cubicBezTo>
                    <a:pt x="268162" y="2353310"/>
                    <a:pt x="266892" y="2382520"/>
                    <a:pt x="259272" y="2397760"/>
                  </a:cubicBezTo>
                  <a:cubicBezTo>
                    <a:pt x="250382" y="2413000"/>
                    <a:pt x="224982" y="2426970"/>
                    <a:pt x="208472" y="2429510"/>
                  </a:cubicBezTo>
                  <a:cubicBezTo>
                    <a:pt x="195772" y="2432050"/>
                    <a:pt x="180532" y="2426970"/>
                    <a:pt x="169102" y="2420620"/>
                  </a:cubicBezTo>
                  <a:cubicBezTo>
                    <a:pt x="158942" y="2413000"/>
                    <a:pt x="148782" y="2397760"/>
                    <a:pt x="143702" y="2388870"/>
                  </a:cubicBezTo>
                  <a:cubicBezTo>
                    <a:pt x="141162" y="2381250"/>
                    <a:pt x="137352" y="2373630"/>
                    <a:pt x="139892" y="2368550"/>
                  </a:cubicBezTo>
                  <a:cubicBezTo>
                    <a:pt x="142432" y="2363470"/>
                    <a:pt x="160212" y="2366010"/>
                    <a:pt x="161482" y="2359660"/>
                  </a:cubicBezTo>
                  <a:cubicBezTo>
                    <a:pt x="165292" y="2349500"/>
                    <a:pt x="124652" y="2324100"/>
                    <a:pt x="109412" y="2297430"/>
                  </a:cubicBezTo>
                  <a:cubicBezTo>
                    <a:pt x="87822" y="2259330"/>
                    <a:pt x="67502" y="2194560"/>
                    <a:pt x="59882" y="2143760"/>
                  </a:cubicBezTo>
                  <a:cubicBezTo>
                    <a:pt x="52262" y="2096770"/>
                    <a:pt x="54802" y="2042160"/>
                    <a:pt x="58612" y="2004060"/>
                  </a:cubicBezTo>
                  <a:cubicBezTo>
                    <a:pt x="61152" y="1976120"/>
                    <a:pt x="76392" y="1957070"/>
                    <a:pt x="73852" y="1932940"/>
                  </a:cubicBezTo>
                  <a:cubicBezTo>
                    <a:pt x="72582" y="1907540"/>
                    <a:pt x="50992" y="1891030"/>
                    <a:pt x="44642" y="1855470"/>
                  </a:cubicBezTo>
                  <a:cubicBezTo>
                    <a:pt x="31942" y="1779270"/>
                    <a:pt x="29402" y="1551940"/>
                    <a:pt x="47182" y="1494790"/>
                  </a:cubicBezTo>
                  <a:cubicBezTo>
                    <a:pt x="53532" y="1474470"/>
                    <a:pt x="59882" y="1464310"/>
                    <a:pt x="72582" y="1456690"/>
                  </a:cubicBezTo>
                  <a:cubicBezTo>
                    <a:pt x="86552" y="1449070"/>
                    <a:pt x="114492" y="1443990"/>
                    <a:pt x="131002" y="1450340"/>
                  </a:cubicBezTo>
                  <a:cubicBezTo>
                    <a:pt x="147512" y="1456690"/>
                    <a:pt x="160212" y="1469390"/>
                    <a:pt x="170372" y="1494790"/>
                  </a:cubicBezTo>
                  <a:cubicBezTo>
                    <a:pt x="193232" y="1553210"/>
                    <a:pt x="161482" y="1766570"/>
                    <a:pt x="175452" y="1838960"/>
                  </a:cubicBezTo>
                  <a:cubicBezTo>
                    <a:pt x="183072" y="1874520"/>
                    <a:pt x="204662" y="1893570"/>
                    <a:pt x="204662" y="1915160"/>
                  </a:cubicBezTo>
                  <a:cubicBezTo>
                    <a:pt x="204662" y="1931670"/>
                    <a:pt x="198312" y="1946910"/>
                    <a:pt x="189422" y="1957070"/>
                  </a:cubicBezTo>
                  <a:cubicBezTo>
                    <a:pt x="179262" y="1967230"/>
                    <a:pt x="162752" y="1976120"/>
                    <a:pt x="148782" y="1978660"/>
                  </a:cubicBezTo>
                  <a:cubicBezTo>
                    <a:pt x="134812" y="1979930"/>
                    <a:pt x="117032" y="1974850"/>
                    <a:pt x="105602" y="1967230"/>
                  </a:cubicBezTo>
                  <a:cubicBezTo>
                    <a:pt x="94172" y="1959610"/>
                    <a:pt x="85282" y="1949450"/>
                    <a:pt x="80202" y="1930400"/>
                  </a:cubicBezTo>
                  <a:cubicBezTo>
                    <a:pt x="66232" y="1880870"/>
                    <a:pt x="110682" y="1713230"/>
                    <a:pt x="101792" y="1648460"/>
                  </a:cubicBezTo>
                  <a:cubicBezTo>
                    <a:pt x="96712" y="1614170"/>
                    <a:pt x="73852" y="1596390"/>
                    <a:pt x="72582" y="1570990"/>
                  </a:cubicBezTo>
                  <a:cubicBezTo>
                    <a:pt x="70042" y="1546860"/>
                    <a:pt x="90362" y="1522730"/>
                    <a:pt x="87822" y="1499870"/>
                  </a:cubicBezTo>
                  <a:cubicBezTo>
                    <a:pt x="85282" y="1477010"/>
                    <a:pt x="63692" y="1457960"/>
                    <a:pt x="58612" y="1435100"/>
                  </a:cubicBezTo>
                  <a:cubicBezTo>
                    <a:pt x="53532" y="1413510"/>
                    <a:pt x="56072" y="1393190"/>
                    <a:pt x="58612" y="1366520"/>
                  </a:cubicBezTo>
                  <a:cubicBezTo>
                    <a:pt x="62422" y="1325880"/>
                    <a:pt x="80202" y="1275080"/>
                    <a:pt x="85282" y="1217930"/>
                  </a:cubicBezTo>
                  <a:cubicBezTo>
                    <a:pt x="92902" y="1141730"/>
                    <a:pt x="87822" y="1022350"/>
                    <a:pt x="85282" y="946150"/>
                  </a:cubicBezTo>
                  <a:cubicBezTo>
                    <a:pt x="82742" y="891540"/>
                    <a:pt x="82742" y="859790"/>
                    <a:pt x="75122" y="803910"/>
                  </a:cubicBezTo>
                  <a:cubicBezTo>
                    <a:pt x="62422" y="718820"/>
                    <a:pt x="12892" y="591820"/>
                    <a:pt x="4002" y="486410"/>
                  </a:cubicBezTo>
                  <a:cubicBezTo>
                    <a:pt x="-3618" y="384810"/>
                    <a:pt x="-2348" y="228600"/>
                    <a:pt x="25592" y="179070"/>
                  </a:cubicBezTo>
                  <a:cubicBezTo>
                    <a:pt x="37022" y="157480"/>
                    <a:pt x="57342" y="147320"/>
                    <a:pt x="73852" y="146050"/>
                  </a:cubicBezTo>
                  <a:cubicBezTo>
                    <a:pt x="91632" y="143510"/>
                    <a:pt x="117032" y="154940"/>
                    <a:pt x="129732" y="167640"/>
                  </a:cubicBezTo>
                  <a:cubicBezTo>
                    <a:pt x="139892" y="177800"/>
                    <a:pt x="141162" y="189230"/>
                    <a:pt x="144972" y="209550"/>
                  </a:cubicBezTo>
                  <a:cubicBezTo>
                    <a:pt x="152592" y="256540"/>
                    <a:pt x="128462" y="388620"/>
                    <a:pt x="134812" y="458470"/>
                  </a:cubicBezTo>
                  <a:cubicBezTo>
                    <a:pt x="139892" y="509270"/>
                    <a:pt x="153862" y="554990"/>
                    <a:pt x="167832" y="589280"/>
                  </a:cubicBezTo>
                  <a:cubicBezTo>
                    <a:pt x="176722" y="613410"/>
                    <a:pt x="194502" y="626110"/>
                    <a:pt x="202122" y="647700"/>
                  </a:cubicBezTo>
                  <a:cubicBezTo>
                    <a:pt x="209742" y="673100"/>
                    <a:pt x="214822" y="712470"/>
                    <a:pt x="211012" y="732790"/>
                  </a:cubicBezTo>
                  <a:cubicBezTo>
                    <a:pt x="208472" y="744220"/>
                    <a:pt x="204662" y="751840"/>
                    <a:pt x="197042" y="759460"/>
                  </a:cubicBezTo>
                  <a:cubicBezTo>
                    <a:pt x="188152" y="768350"/>
                    <a:pt x="169102" y="778510"/>
                    <a:pt x="156402" y="779780"/>
                  </a:cubicBezTo>
                  <a:cubicBezTo>
                    <a:pt x="146242" y="782320"/>
                    <a:pt x="136082" y="781050"/>
                    <a:pt x="127192" y="777240"/>
                  </a:cubicBezTo>
                  <a:cubicBezTo>
                    <a:pt x="114492" y="770890"/>
                    <a:pt x="101792" y="764540"/>
                    <a:pt x="92902" y="746760"/>
                  </a:cubicBezTo>
                  <a:cubicBezTo>
                    <a:pt x="68772" y="695960"/>
                    <a:pt x="72582" y="476250"/>
                    <a:pt x="72582" y="405130"/>
                  </a:cubicBezTo>
                  <a:cubicBezTo>
                    <a:pt x="72582" y="373380"/>
                    <a:pt x="71312" y="361950"/>
                    <a:pt x="76392" y="336550"/>
                  </a:cubicBezTo>
                  <a:cubicBezTo>
                    <a:pt x="84012" y="298450"/>
                    <a:pt x="118302" y="236220"/>
                    <a:pt x="123382" y="199390"/>
                  </a:cubicBezTo>
                  <a:cubicBezTo>
                    <a:pt x="127192" y="176530"/>
                    <a:pt x="114492" y="156210"/>
                    <a:pt x="120842" y="140970"/>
                  </a:cubicBezTo>
                  <a:cubicBezTo>
                    <a:pt x="128462" y="125730"/>
                    <a:pt x="153862" y="110490"/>
                    <a:pt x="169102" y="105410"/>
                  </a:cubicBezTo>
                  <a:cubicBezTo>
                    <a:pt x="179262" y="102870"/>
                    <a:pt x="189422" y="104140"/>
                    <a:pt x="199582" y="107950"/>
                  </a:cubicBezTo>
                  <a:cubicBezTo>
                    <a:pt x="211012" y="113030"/>
                    <a:pt x="224982" y="124460"/>
                    <a:pt x="233872" y="137160"/>
                  </a:cubicBezTo>
                  <a:cubicBezTo>
                    <a:pt x="244032" y="151130"/>
                    <a:pt x="250382" y="171450"/>
                    <a:pt x="251652" y="191770"/>
                  </a:cubicBezTo>
                  <a:cubicBezTo>
                    <a:pt x="254192" y="214630"/>
                    <a:pt x="235142" y="242570"/>
                    <a:pt x="237682" y="266700"/>
                  </a:cubicBezTo>
                  <a:cubicBezTo>
                    <a:pt x="240222" y="289560"/>
                    <a:pt x="263082" y="304800"/>
                    <a:pt x="266892" y="331470"/>
                  </a:cubicBezTo>
                  <a:cubicBezTo>
                    <a:pt x="271972" y="367030"/>
                    <a:pt x="252922" y="467360"/>
                    <a:pt x="250382" y="467360"/>
                  </a:cubicBezTo>
                  <a:cubicBezTo>
                    <a:pt x="247842" y="467360"/>
                    <a:pt x="244032" y="392430"/>
                    <a:pt x="247842" y="391160"/>
                  </a:cubicBezTo>
                  <a:cubicBezTo>
                    <a:pt x="250382" y="391160"/>
                    <a:pt x="263082" y="419100"/>
                    <a:pt x="263082" y="433070"/>
                  </a:cubicBezTo>
                  <a:cubicBezTo>
                    <a:pt x="263082" y="447040"/>
                    <a:pt x="256732" y="464820"/>
                    <a:pt x="246572" y="474980"/>
                  </a:cubicBezTo>
                  <a:cubicBezTo>
                    <a:pt x="237682" y="486410"/>
                    <a:pt x="221172" y="495300"/>
                    <a:pt x="207202" y="495300"/>
                  </a:cubicBezTo>
                  <a:cubicBezTo>
                    <a:pt x="189422" y="496570"/>
                    <a:pt x="165292" y="485140"/>
                    <a:pt x="151322" y="473710"/>
                  </a:cubicBezTo>
                  <a:cubicBezTo>
                    <a:pt x="141162" y="466090"/>
                    <a:pt x="137352" y="457200"/>
                    <a:pt x="131002" y="441960"/>
                  </a:cubicBezTo>
                  <a:cubicBezTo>
                    <a:pt x="115762" y="407670"/>
                    <a:pt x="84012" y="313690"/>
                    <a:pt x="85282" y="276860"/>
                  </a:cubicBezTo>
                  <a:cubicBezTo>
                    <a:pt x="86552" y="257810"/>
                    <a:pt x="94172" y="245110"/>
                    <a:pt x="101792" y="234950"/>
                  </a:cubicBezTo>
                  <a:cubicBezTo>
                    <a:pt x="108142" y="226060"/>
                    <a:pt x="115762" y="219710"/>
                    <a:pt x="127192" y="217170"/>
                  </a:cubicBezTo>
                  <a:cubicBezTo>
                    <a:pt x="141162" y="213360"/>
                    <a:pt x="170372" y="215900"/>
                    <a:pt x="185612" y="224790"/>
                  </a:cubicBezTo>
                  <a:cubicBezTo>
                    <a:pt x="198312" y="232410"/>
                    <a:pt x="205932" y="243840"/>
                    <a:pt x="211012" y="261620"/>
                  </a:cubicBezTo>
                  <a:cubicBezTo>
                    <a:pt x="219902" y="292100"/>
                    <a:pt x="216092" y="364490"/>
                    <a:pt x="208472" y="401320"/>
                  </a:cubicBezTo>
                  <a:cubicBezTo>
                    <a:pt x="202122" y="426720"/>
                    <a:pt x="193232" y="445770"/>
                    <a:pt x="181802" y="464820"/>
                  </a:cubicBezTo>
                  <a:cubicBezTo>
                    <a:pt x="170372" y="483870"/>
                    <a:pt x="158942" y="505460"/>
                    <a:pt x="139892" y="514350"/>
                  </a:cubicBezTo>
                  <a:cubicBezTo>
                    <a:pt x="120842" y="524510"/>
                    <a:pt x="87822" y="529590"/>
                    <a:pt x="68772" y="519430"/>
                  </a:cubicBezTo>
                  <a:cubicBezTo>
                    <a:pt x="44642" y="506730"/>
                    <a:pt x="25592" y="458470"/>
                    <a:pt x="15432" y="426720"/>
                  </a:cubicBezTo>
                  <a:cubicBezTo>
                    <a:pt x="6542" y="398780"/>
                    <a:pt x="192" y="365760"/>
                    <a:pt x="6542" y="341630"/>
                  </a:cubicBezTo>
                  <a:cubicBezTo>
                    <a:pt x="12892" y="321310"/>
                    <a:pt x="29402" y="295910"/>
                    <a:pt x="49722" y="289560"/>
                  </a:cubicBezTo>
                  <a:cubicBezTo>
                    <a:pt x="73852" y="283210"/>
                    <a:pt x="131002" y="299720"/>
                    <a:pt x="147512" y="323850"/>
                  </a:cubicBezTo>
                  <a:cubicBezTo>
                    <a:pt x="165292" y="347980"/>
                    <a:pt x="161482" y="411480"/>
                    <a:pt x="151322" y="435610"/>
                  </a:cubicBezTo>
                  <a:cubicBezTo>
                    <a:pt x="144972" y="450850"/>
                    <a:pt x="129732" y="459740"/>
                    <a:pt x="117032" y="464820"/>
                  </a:cubicBezTo>
                  <a:cubicBezTo>
                    <a:pt x="108142" y="469900"/>
                    <a:pt x="97982" y="471170"/>
                    <a:pt x="87822" y="468630"/>
                  </a:cubicBezTo>
                  <a:cubicBezTo>
                    <a:pt x="75122" y="466090"/>
                    <a:pt x="56072" y="457200"/>
                    <a:pt x="47182" y="448310"/>
                  </a:cubicBezTo>
                  <a:cubicBezTo>
                    <a:pt x="39562" y="440690"/>
                    <a:pt x="37022" y="435610"/>
                    <a:pt x="33212" y="420370"/>
                  </a:cubicBezTo>
                  <a:cubicBezTo>
                    <a:pt x="20512" y="369570"/>
                    <a:pt x="20512" y="124460"/>
                    <a:pt x="31942" y="63500"/>
                  </a:cubicBezTo>
                  <a:cubicBezTo>
                    <a:pt x="35752" y="41910"/>
                    <a:pt x="37022" y="31750"/>
                    <a:pt x="47182" y="21590"/>
                  </a:cubicBezTo>
                  <a:cubicBezTo>
                    <a:pt x="59882" y="10160"/>
                    <a:pt x="86552" y="0"/>
                    <a:pt x="103062" y="0"/>
                  </a:cubicBezTo>
                  <a:cubicBezTo>
                    <a:pt x="117032" y="1270"/>
                    <a:pt x="133542" y="11430"/>
                    <a:pt x="142432" y="21590"/>
                  </a:cubicBezTo>
                  <a:cubicBezTo>
                    <a:pt x="151322" y="31750"/>
                    <a:pt x="158942" y="63500"/>
                    <a:pt x="158942" y="63500"/>
                  </a:cubicBezTo>
                </a:path>
              </a:pathLst>
            </a:custGeom>
            <a:solidFill>
              <a:srgbClr val="F4F4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547235" y="2626995"/>
            <a:ext cx="169545" cy="165735"/>
            <a:chOff x="0" y="0"/>
            <a:chExt cx="226060" cy="220980"/>
          </a:xfrm>
        </p:grpSpPr>
        <p:sp>
          <p:nvSpPr>
            <p:cNvPr id="28" name="Freeform 28"/>
            <p:cNvSpPr/>
            <p:nvPr/>
          </p:nvSpPr>
          <p:spPr>
            <a:xfrm>
              <a:off x="50800" y="49351"/>
              <a:ext cx="124460" cy="122262"/>
            </a:xfrm>
            <a:custGeom>
              <a:avLst/>
              <a:gdLst/>
              <a:ahLst/>
              <a:cxnLst/>
              <a:rect l="l" t="t" r="r" b="b"/>
              <a:pathLst>
                <a:path w="124460" h="122262">
                  <a:moveTo>
                    <a:pt x="124460" y="42089"/>
                  </a:moveTo>
                  <a:cubicBezTo>
                    <a:pt x="107950" y="110669"/>
                    <a:pt x="100330" y="115749"/>
                    <a:pt x="90170" y="119559"/>
                  </a:cubicBezTo>
                  <a:cubicBezTo>
                    <a:pt x="74930" y="124639"/>
                    <a:pt x="44450" y="122099"/>
                    <a:pt x="30480" y="115749"/>
                  </a:cubicBezTo>
                  <a:cubicBezTo>
                    <a:pt x="20320" y="111939"/>
                    <a:pt x="13970" y="103049"/>
                    <a:pt x="8890" y="94159"/>
                  </a:cubicBezTo>
                  <a:cubicBezTo>
                    <a:pt x="3810" y="86539"/>
                    <a:pt x="0" y="76379"/>
                    <a:pt x="0" y="64949"/>
                  </a:cubicBezTo>
                  <a:cubicBezTo>
                    <a:pt x="1270" y="49709"/>
                    <a:pt x="10160" y="21769"/>
                    <a:pt x="24130" y="11609"/>
                  </a:cubicBezTo>
                  <a:cubicBezTo>
                    <a:pt x="38100" y="1449"/>
                    <a:pt x="67310" y="-2361"/>
                    <a:pt x="82550" y="1449"/>
                  </a:cubicBezTo>
                  <a:cubicBezTo>
                    <a:pt x="92710" y="2719"/>
                    <a:pt x="107950" y="16689"/>
                    <a:pt x="107950" y="16689"/>
                  </a:cubicBezTo>
                </a:path>
              </a:pathLst>
            </a:custGeom>
            <a:solidFill>
              <a:srgbClr val="BDC8D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649153" y="5777865"/>
            <a:ext cx="262890" cy="363855"/>
            <a:chOff x="0" y="0"/>
            <a:chExt cx="350520" cy="485140"/>
          </a:xfrm>
        </p:grpSpPr>
        <p:sp>
          <p:nvSpPr>
            <p:cNvPr id="30" name="Freeform 30"/>
            <p:cNvSpPr/>
            <p:nvPr/>
          </p:nvSpPr>
          <p:spPr>
            <a:xfrm>
              <a:off x="45870" y="49530"/>
              <a:ext cx="256880" cy="384312"/>
            </a:xfrm>
            <a:custGeom>
              <a:avLst/>
              <a:gdLst/>
              <a:ahLst/>
              <a:cxnLst/>
              <a:rect l="l" t="t" r="r" b="b"/>
              <a:pathLst>
                <a:path w="256880" h="384312">
                  <a:moveTo>
                    <a:pt x="157330" y="85090"/>
                  </a:moveTo>
                  <a:cubicBezTo>
                    <a:pt x="100180" y="218440"/>
                    <a:pt x="48110" y="214630"/>
                    <a:pt x="36680" y="198120"/>
                  </a:cubicBezTo>
                  <a:cubicBezTo>
                    <a:pt x="21440" y="176530"/>
                    <a:pt x="57000" y="88900"/>
                    <a:pt x="73510" y="60960"/>
                  </a:cubicBezTo>
                  <a:cubicBezTo>
                    <a:pt x="83670" y="45720"/>
                    <a:pt x="95100" y="36830"/>
                    <a:pt x="107800" y="31750"/>
                  </a:cubicBezTo>
                  <a:cubicBezTo>
                    <a:pt x="120500" y="26670"/>
                    <a:pt x="139550" y="25400"/>
                    <a:pt x="153520" y="31750"/>
                  </a:cubicBezTo>
                  <a:cubicBezTo>
                    <a:pt x="168760" y="39370"/>
                    <a:pt x="182730" y="54610"/>
                    <a:pt x="191620" y="76200"/>
                  </a:cubicBezTo>
                  <a:cubicBezTo>
                    <a:pt x="205590" y="113030"/>
                    <a:pt x="204320" y="209550"/>
                    <a:pt x="197970" y="241300"/>
                  </a:cubicBezTo>
                  <a:cubicBezTo>
                    <a:pt x="194160" y="254000"/>
                    <a:pt x="190350" y="260350"/>
                    <a:pt x="182730" y="267970"/>
                  </a:cubicBezTo>
                  <a:cubicBezTo>
                    <a:pt x="173840" y="276860"/>
                    <a:pt x="157330" y="287020"/>
                    <a:pt x="143360" y="288290"/>
                  </a:cubicBezTo>
                  <a:cubicBezTo>
                    <a:pt x="129390" y="290830"/>
                    <a:pt x="111610" y="285750"/>
                    <a:pt x="100180" y="278130"/>
                  </a:cubicBezTo>
                  <a:cubicBezTo>
                    <a:pt x="88750" y="270510"/>
                    <a:pt x="78590" y="259080"/>
                    <a:pt x="73510" y="241300"/>
                  </a:cubicBezTo>
                  <a:cubicBezTo>
                    <a:pt x="64620" y="207010"/>
                    <a:pt x="70970" y="115570"/>
                    <a:pt x="82400" y="81280"/>
                  </a:cubicBezTo>
                  <a:cubicBezTo>
                    <a:pt x="87480" y="63500"/>
                    <a:pt x="96370" y="52070"/>
                    <a:pt x="107800" y="44450"/>
                  </a:cubicBezTo>
                  <a:cubicBezTo>
                    <a:pt x="119230" y="36830"/>
                    <a:pt x="137010" y="31750"/>
                    <a:pt x="150980" y="34290"/>
                  </a:cubicBezTo>
                  <a:cubicBezTo>
                    <a:pt x="164950" y="35560"/>
                    <a:pt x="178920" y="41910"/>
                    <a:pt x="191620" y="54610"/>
                  </a:cubicBezTo>
                  <a:cubicBezTo>
                    <a:pt x="210670" y="74930"/>
                    <a:pt x="232260" y="128270"/>
                    <a:pt x="242420" y="158750"/>
                  </a:cubicBezTo>
                  <a:cubicBezTo>
                    <a:pt x="248770" y="179070"/>
                    <a:pt x="253850" y="196850"/>
                    <a:pt x="250040" y="213360"/>
                  </a:cubicBezTo>
                  <a:cubicBezTo>
                    <a:pt x="247500" y="228600"/>
                    <a:pt x="237340" y="242570"/>
                    <a:pt x="225910" y="251460"/>
                  </a:cubicBezTo>
                  <a:cubicBezTo>
                    <a:pt x="214480" y="259080"/>
                    <a:pt x="196700" y="265430"/>
                    <a:pt x="182730" y="262890"/>
                  </a:cubicBezTo>
                  <a:cubicBezTo>
                    <a:pt x="166220" y="260350"/>
                    <a:pt x="144630" y="250190"/>
                    <a:pt x="133200" y="231140"/>
                  </a:cubicBezTo>
                  <a:cubicBezTo>
                    <a:pt x="114150" y="199390"/>
                    <a:pt x="116690" y="96520"/>
                    <a:pt x="119230" y="63500"/>
                  </a:cubicBezTo>
                  <a:cubicBezTo>
                    <a:pt x="119230" y="49530"/>
                    <a:pt x="120500" y="43180"/>
                    <a:pt x="125580" y="34290"/>
                  </a:cubicBezTo>
                  <a:cubicBezTo>
                    <a:pt x="133200" y="22860"/>
                    <a:pt x="148440" y="10160"/>
                    <a:pt x="159870" y="5080"/>
                  </a:cubicBezTo>
                  <a:cubicBezTo>
                    <a:pt x="168760" y="0"/>
                    <a:pt x="178920" y="-1270"/>
                    <a:pt x="190350" y="1270"/>
                  </a:cubicBezTo>
                  <a:cubicBezTo>
                    <a:pt x="203050" y="3810"/>
                    <a:pt x="220830" y="11430"/>
                    <a:pt x="229720" y="21590"/>
                  </a:cubicBezTo>
                  <a:cubicBezTo>
                    <a:pt x="238610" y="31750"/>
                    <a:pt x="247500" y="49530"/>
                    <a:pt x="246230" y="63500"/>
                  </a:cubicBezTo>
                  <a:cubicBezTo>
                    <a:pt x="242420" y="82550"/>
                    <a:pt x="206860" y="99060"/>
                    <a:pt x="201780" y="119380"/>
                  </a:cubicBezTo>
                  <a:cubicBezTo>
                    <a:pt x="195430" y="140970"/>
                    <a:pt x="209400" y="162560"/>
                    <a:pt x="209400" y="190500"/>
                  </a:cubicBezTo>
                  <a:cubicBezTo>
                    <a:pt x="209400" y="229870"/>
                    <a:pt x="201780" y="303530"/>
                    <a:pt x="189080" y="335280"/>
                  </a:cubicBezTo>
                  <a:cubicBezTo>
                    <a:pt x="182730" y="353060"/>
                    <a:pt x="175110" y="364490"/>
                    <a:pt x="163680" y="373380"/>
                  </a:cubicBezTo>
                  <a:cubicBezTo>
                    <a:pt x="152250" y="381000"/>
                    <a:pt x="134470" y="384810"/>
                    <a:pt x="120500" y="383540"/>
                  </a:cubicBezTo>
                  <a:cubicBezTo>
                    <a:pt x="106530" y="382270"/>
                    <a:pt x="92560" y="375920"/>
                    <a:pt x="79860" y="363220"/>
                  </a:cubicBezTo>
                  <a:cubicBezTo>
                    <a:pt x="59540" y="337820"/>
                    <a:pt x="34140" y="259080"/>
                    <a:pt x="32870" y="224790"/>
                  </a:cubicBezTo>
                  <a:cubicBezTo>
                    <a:pt x="31600" y="207010"/>
                    <a:pt x="35410" y="193040"/>
                    <a:pt x="44300" y="181610"/>
                  </a:cubicBezTo>
                  <a:cubicBezTo>
                    <a:pt x="51920" y="170180"/>
                    <a:pt x="67160" y="160020"/>
                    <a:pt x="81130" y="156210"/>
                  </a:cubicBezTo>
                  <a:cubicBezTo>
                    <a:pt x="95100" y="153670"/>
                    <a:pt x="114150" y="157480"/>
                    <a:pt x="125580" y="162560"/>
                  </a:cubicBezTo>
                  <a:cubicBezTo>
                    <a:pt x="135740" y="167640"/>
                    <a:pt x="143360" y="175260"/>
                    <a:pt x="148440" y="182880"/>
                  </a:cubicBezTo>
                  <a:cubicBezTo>
                    <a:pt x="153520" y="191770"/>
                    <a:pt x="162410" y="203200"/>
                    <a:pt x="158600" y="212090"/>
                  </a:cubicBezTo>
                  <a:cubicBezTo>
                    <a:pt x="150980" y="229870"/>
                    <a:pt x="68430" y="265430"/>
                    <a:pt x="45570" y="255270"/>
                  </a:cubicBezTo>
                  <a:cubicBezTo>
                    <a:pt x="27790" y="247650"/>
                    <a:pt x="17630" y="209550"/>
                    <a:pt x="20170" y="187960"/>
                  </a:cubicBezTo>
                  <a:cubicBezTo>
                    <a:pt x="22710" y="165100"/>
                    <a:pt x="55730" y="142240"/>
                    <a:pt x="65890" y="121920"/>
                  </a:cubicBezTo>
                  <a:cubicBezTo>
                    <a:pt x="72240" y="106680"/>
                    <a:pt x="67160" y="88900"/>
                    <a:pt x="76050" y="78740"/>
                  </a:cubicBezTo>
                  <a:cubicBezTo>
                    <a:pt x="84940" y="68580"/>
                    <a:pt x="103990" y="60960"/>
                    <a:pt x="117960" y="59690"/>
                  </a:cubicBezTo>
                  <a:cubicBezTo>
                    <a:pt x="131930" y="59690"/>
                    <a:pt x="149710" y="64770"/>
                    <a:pt x="159870" y="73660"/>
                  </a:cubicBezTo>
                  <a:cubicBezTo>
                    <a:pt x="172570" y="85090"/>
                    <a:pt x="186540" y="110490"/>
                    <a:pt x="184000" y="128270"/>
                  </a:cubicBezTo>
                  <a:cubicBezTo>
                    <a:pt x="181460" y="148590"/>
                    <a:pt x="142090" y="162560"/>
                    <a:pt x="131930" y="186690"/>
                  </a:cubicBezTo>
                  <a:cubicBezTo>
                    <a:pt x="121770" y="213360"/>
                    <a:pt x="135740" y="260350"/>
                    <a:pt x="129390" y="281940"/>
                  </a:cubicBezTo>
                  <a:cubicBezTo>
                    <a:pt x="126850" y="293370"/>
                    <a:pt x="121770" y="300990"/>
                    <a:pt x="115420" y="308610"/>
                  </a:cubicBezTo>
                  <a:cubicBezTo>
                    <a:pt x="109070" y="316230"/>
                    <a:pt x="100180" y="322580"/>
                    <a:pt x="90020" y="326390"/>
                  </a:cubicBezTo>
                  <a:cubicBezTo>
                    <a:pt x="78590" y="330200"/>
                    <a:pt x="58270" y="330200"/>
                    <a:pt x="45570" y="325120"/>
                  </a:cubicBezTo>
                  <a:cubicBezTo>
                    <a:pt x="32870" y="321310"/>
                    <a:pt x="18900" y="307340"/>
                    <a:pt x="11280" y="295910"/>
                  </a:cubicBezTo>
                  <a:cubicBezTo>
                    <a:pt x="6200" y="287020"/>
                    <a:pt x="4930" y="280670"/>
                    <a:pt x="4930" y="266700"/>
                  </a:cubicBezTo>
                  <a:cubicBezTo>
                    <a:pt x="3660" y="233680"/>
                    <a:pt x="17630" y="146050"/>
                    <a:pt x="34140" y="106680"/>
                  </a:cubicBezTo>
                  <a:cubicBezTo>
                    <a:pt x="45570" y="78740"/>
                    <a:pt x="59540" y="58420"/>
                    <a:pt x="79860" y="41910"/>
                  </a:cubicBezTo>
                  <a:cubicBezTo>
                    <a:pt x="101450" y="22860"/>
                    <a:pt x="143360" y="-3810"/>
                    <a:pt x="162410" y="2540"/>
                  </a:cubicBezTo>
                  <a:cubicBezTo>
                    <a:pt x="180190" y="7620"/>
                    <a:pt x="192890" y="35560"/>
                    <a:pt x="196700" y="59690"/>
                  </a:cubicBezTo>
                  <a:cubicBezTo>
                    <a:pt x="203050" y="97790"/>
                    <a:pt x="181460" y="179070"/>
                    <a:pt x="166220" y="208280"/>
                  </a:cubicBezTo>
                  <a:cubicBezTo>
                    <a:pt x="158600" y="223520"/>
                    <a:pt x="149710" y="232410"/>
                    <a:pt x="138280" y="237490"/>
                  </a:cubicBezTo>
                  <a:cubicBezTo>
                    <a:pt x="126850" y="243840"/>
                    <a:pt x="110340" y="246380"/>
                    <a:pt x="97640" y="243840"/>
                  </a:cubicBezTo>
                  <a:cubicBezTo>
                    <a:pt x="84940" y="242570"/>
                    <a:pt x="70970" y="233680"/>
                    <a:pt x="62080" y="224790"/>
                  </a:cubicBezTo>
                  <a:cubicBezTo>
                    <a:pt x="53190" y="215900"/>
                    <a:pt x="45570" y="201930"/>
                    <a:pt x="45570" y="187960"/>
                  </a:cubicBezTo>
                  <a:cubicBezTo>
                    <a:pt x="45570" y="171450"/>
                    <a:pt x="54460" y="143510"/>
                    <a:pt x="68430" y="133350"/>
                  </a:cubicBezTo>
                  <a:cubicBezTo>
                    <a:pt x="81130" y="121920"/>
                    <a:pt x="109070" y="115570"/>
                    <a:pt x="125580" y="120650"/>
                  </a:cubicBezTo>
                  <a:cubicBezTo>
                    <a:pt x="143360" y="125730"/>
                    <a:pt x="163680" y="144780"/>
                    <a:pt x="168760" y="161290"/>
                  </a:cubicBezTo>
                  <a:cubicBezTo>
                    <a:pt x="173840" y="179070"/>
                    <a:pt x="167490" y="207010"/>
                    <a:pt x="158600" y="220980"/>
                  </a:cubicBezTo>
                  <a:cubicBezTo>
                    <a:pt x="150980" y="232410"/>
                    <a:pt x="137010" y="240030"/>
                    <a:pt x="125580" y="242570"/>
                  </a:cubicBezTo>
                  <a:cubicBezTo>
                    <a:pt x="112880" y="246380"/>
                    <a:pt x="96370" y="245110"/>
                    <a:pt x="84940" y="240030"/>
                  </a:cubicBezTo>
                  <a:cubicBezTo>
                    <a:pt x="72240" y="234950"/>
                    <a:pt x="60810" y="224790"/>
                    <a:pt x="54460" y="213360"/>
                  </a:cubicBezTo>
                  <a:cubicBezTo>
                    <a:pt x="46840" y="203200"/>
                    <a:pt x="43030" y="189230"/>
                    <a:pt x="45570" y="173990"/>
                  </a:cubicBezTo>
                  <a:cubicBezTo>
                    <a:pt x="49380" y="152400"/>
                    <a:pt x="69700" y="104140"/>
                    <a:pt x="90020" y="97790"/>
                  </a:cubicBezTo>
                  <a:cubicBezTo>
                    <a:pt x="107800" y="91440"/>
                    <a:pt x="145900" y="105410"/>
                    <a:pt x="156060" y="125730"/>
                  </a:cubicBezTo>
                  <a:cubicBezTo>
                    <a:pt x="172570" y="158750"/>
                    <a:pt x="138280" y="279400"/>
                    <a:pt x="115420" y="308610"/>
                  </a:cubicBezTo>
                  <a:cubicBezTo>
                    <a:pt x="103990" y="322580"/>
                    <a:pt x="90020" y="328930"/>
                    <a:pt x="76050" y="328930"/>
                  </a:cubicBezTo>
                  <a:cubicBezTo>
                    <a:pt x="58270" y="330200"/>
                    <a:pt x="31600" y="320040"/>
                    <a:pt x="20170" y="308610"/>
                  </a:cubicBezTo>
                  <a:cubicBezTo>
                    <a:pt x="10010" y="298450"/>
                    <a:pt x="7470" y="283210"/>
                    <a:pt x="4930" y="266700"/>
                  </a:cubicBezTo>
                  <a:cubicBezTo>
                    <a:pt x="-150" y="242570"/>
                    <a:pt x="-3960" y="205740"/>
                    <a:pt x="7470" y="175260"/>
                  </a:cubicBezTo>
                  <a:cubicBezTo>
                    <a:pt x="20170" y="139700"/>
                    <a:pt x="62080" y="85090"/>
                    <a:pt x="88750" y="68580"/>
                  </a:cubicBezTo>
                  <a:cubicBezTo>
                    <a:pt x="103990" y="59690"/>
                    <a:pt x="119230" y="58420"/>
                    <a:pt x="133200" y="60960"/>
                  </a:cubicBezTo>
                  <a:cubicBezTo>
                    <a:pt x="147170" y="63500"/>
                    <a:pt x="162410" y="72390"/>
                    <a:pt x="171300" y="85090"/>
                  </a:cubicBezTo>
                  <a:cubicBezTo>
                    <a:pt x="180190" y="99060"/>
                    <a:pt x="187810" y="127000"/>
                    <a:pt x="181460" y="143510"/>
                  </a:cubicBezTo>
                  <a:cubicBezTo>
                    <a:pt x="175110" y="160020"/>
                    <a:pt x="150980" y="172720"/>
                    <a:pt x="129390" y="185420"/>
                  </a:cubicBezTo>
                  <a:cubicBezTo>
                    <a:pt x="102720" y="201930"/>
                    <a:pt x="41760" y="231140"/>
                    <a:pt x="32870" y="224790"/>
                  </a:cubicBezTo>
                  <a:cubicBezTo>
                    <a:pt x="29060" y="223520"/>
                    <a:pt x="31600" y="215900"/>
                    <a:pt x="32870" y="209550"/>
                  </a:cubicBezTo>
                  <a:cubicBezTo>
                    <a:pt x="35410" y="199390"/>
                    <a:pt x="44300" y="179070"/>
                    <a:pt x="54460" y="170180"/>
                  </a:cubicBezTo>
                  <a:cubicBezTo>
                    <a:pt x="62080" y="162560"/>
                    <a:pt x="72240" y="158750"/>
                    <a:pt x="81130" y="156210"/>
                  </a:cubicBezTo>
                  <a:cubicBezTo>
                    <a:pt x="91290" y="154940"/>
                    <a:pt x="101450" y="153670"/>
                    <a:pt x="111610" y="157480"/>
                  </a:cubicBezTo>
                  <a:cubicBezTo>
                    <a:pt x="124310" y="161290"/>
                    <a:pt x="140820" y="170180"/>
                    <a:pt x="148440" y="182880"/>
                  </a:cubicBezTo>
                  <a:cubicBezTo>
                    <a:pt x="158600" y="201930"/>
                    <a:pt x="147170" y="240030"/>
                    <a:pt x="154790" y="264160"/>
                  </a:cubicBezTo>
                  <a:cubicBezTo>
                    <a:pt x="162410" y="285750"/>
                    <a:pt x="190350" y="302260"/>
                    <a:pt x="191620" y="320040"/>
                  </a:cubicBezTo>
                  <a:cubicBezTo>
                    <a:pt x="191620" y="337820"/>
                    <a:pt x="177650" y="361950"/>
                    <a:pt x="163680" y="373380"/>
                  </a:cubicBezTo>
                  <a:cubicBezTo>
                    <a:pt x="152250" y="382270"/>
                    <a:pt x="134470" y="386080"/>
                    <a:pt x="120500" y="383540"/>
                  </a:cubicBezTo>
                  <a:cubicBezTo>
                    <a:pt x="103990" y="381000"/>
                    <a:pt x="81130" y="368300"/>
                    <a:pt x="72240" y="350520"/>
                  </a:cubicBezTo>
                  <a:cubicBezTo>
                    <a:pt x="57000" y="321310"/>
                    <a:pt x="64620" y="256540"/>
                    <a:pt x="73510" y="205740"/>
                  </a:cubicBezTo>
                  <a:cubicBezTo>
                    <a:pt x="83670" y="147320"/>
                    <a:pt x="109070" y="52070"/>
                    <a:pt x="134470" y="21590"/>
                  </a:cubicBezTo>
                  <a:cubicBezTo>
                    <a:pt x="147170" y="7620"/>
                    <a:pt x="159870" y="1270"/>
                    <a:pt x="175110" y="1270"/>
                  </a:cubicBezTo>
                  <a:cubicBezTo>
                    <a:pt x="191620" y="0"/>
                    <a:pt x="217020" y="7620"/>
                    <a:pt x="229720" y="21590"/>
                  </a:cubicBezTo>
                  <a:cubicBezTo>
                    <a:pt x="244960" y="38100"/>
                    <a:pt x="250040" y="69850"/>
                    <a:pt x="253850" y="96520"/>
                  </a:cubicBezTo>
                  <a:cubicBezTo>
                    <a:pt x="257660" y="128270"/>
                    <a:pt x="258930" y="170180"/>
                    <a:pt x="251310" y="198120"/>
                  </a:cubicBezTo>
                  <a:cubicBezTo>
                    <a:pt x="246230" y="219710"/>
                    <a:pt x="238610" y="240030"/>
                    <a:pt x="225910" y="251460"/>
                  </a:cubicBezTo>
                  <a:cubicBezTo>
                    <a:pt x="214480" y="260350"/>
                    <a:pt x="195430" y="264160"/>
                    <a:pt x="182730" y="262890"/>
                  </a:cubicBezTo>
                  <a:cubicBezTo>
                    <a:pt x="172570" y="262890"/>
                    <a:pt x="162410" y="259080"/>
                    <a:pt x="153520" y="254000"/>
                  </a:cubicBezTo>
                  <a:cubicBezTo>
                    <a:pt x="145900" y="247650"/>
                    <a:pt x="131930" y="234950"/>
                    <a:pt x="133200" y="231140"/>
                  </a:cubicBezTo>
                  <a:cubicBezTo>
                    <a:pt x="134470" y="228600"/>
                    <a:pt x="152250" y="233680"/>
                    <a:pt x="153520" y="231140"/>
                  </a:cubicBezTo>
                  <a:cubicBezTo>
                    <a:pt x="156060" y="226060"/>
                    <a:pt x="114150" y="209550"/>
                    <a:pt x="101450" y="189230"/>
                  </a:cubicBezTo>
                  <a:cubicBezTo>
                    <a:pt x="86210" y="163830"/>
                    <a:pt x="76050" y="107950"/>
                    <a:pt x="82400" y="81280"/>
                  </a:cubicBezTo>
                  <a:cubicBezTo>
                    <a:pt x="84940" y="64770"/>
                    <a:pt x="96370" y="52070"/>
                    <a:pt x="107800" y="44450"/>
                  </a:cubicBezTo>
                  <a:cubicBezTo>
                    <a:pt x="119230" y="36830"/>
                    <a:pt x="138280" y="33020"/>
                    <a:pt x="150980" y="34290"/>
                  </a:cubicBezTo>
                  <a:cubicBezTo>
                    <a:pt x="162410" y="34290"/>
                    <a:pt x="171300" y="38100"/>
                    <a:pt x="180190" y="44450"/>
                  </a:cubicBezTo>
                  <a:cubicBezTo>
                    <a:pt x="190350" y="52070"/>
                    <a:pt x="200510" y="63500"/>
                    <a:pt x="205590" y="81280"/>
                  </a:cubicBezTo>
                  <a:cubicBezTo>
                    <a:pt x="214480" y="115570"/>
                    <a:pt x="209400" y="207010"/>
                    <a:pt x="197970" y="241300"/>
                  </a:cubicBezTo>
                  <a:cubicBezTo>
                    <a:pt x="191620" y="259080"/>
                    <a:pt x="181460" y="270510"/>
                    <a:pt x="171300" y="278130"/>
                  </a:cubicBezTo>
                  <a:cubicBezTo>
                    <a:pt x="163680" y="284480"/>
                    <a:pt x="153520" y="288290"/>
                    <a:pt x="143360" y="288290"/>
                  </a:cubicBezTo>
                  <a:cubicBezTo>
                    <a:pt x="130660" y="289560"/>
                    <a:pt x="111610" y="285750"/>
                    <a:pt x="100180" y="278130"/>
                  </a:cubicBezTo>
                  <a:cubicBezTo>
                    <a:pt x="88750" y="270510"/>
                    <a:pt x="79860" y="259080"/>
                    <a:pt x="73510" y="241300"/>
                  </a:cubicBezTo>
                  <a:cubicBezTo>
                    <a:pt x="62080" y="207010"/>
                    <a:pt x="55730" y="111760"/>
                    <a:pt x="68430" y="74930"/>
                  </a:cubicBezTo>
                  <a:cubicBezTo>
                    <a:pt x="76050" y="53340"/>
                    <a:pt x="92560" y="38100"/>
                    <a:pt x="107800" y="31750"/>
                  </a:cubicBezTo>
                  <a:cubicBezTo>
                    <a:pt x="121770" y="25400"/>
                    <a:pt x="140820" y="27940"/>
                    <a:pt x="153520" y="31750"/>
                  </a:cubicBezTo>
                  <a:cubicBezTo>
                    <a:pt x="163680" y="35560"/>
                    <a:pt x="171300" y="40640"/>
                    <a:pt x="177650" y="49530"/>
                  </a:cubicBezTo>
                  <a:cubicBezTo>
                    <a:pt x="185270" y="59690"/>
                    <a:pt x="192890" y="72390"/>
                    <a:pt x="192890" y="91440"/>
                  </a:cubicBezTo>
                  <a:cubicBezTo>
                    <a:pt x="194160" y="129540"/>
                    <a:pt x="175110" y="245110"/>
                    <a:pt x="140820" y="266700"/>
                  </a:cubicBezTo>
                  <a:cubicBezTo>
                    <a:pt x="115420" y="283210"/>
                    <a:pt x="55730" y="267970"/>
                    <a:pt x="34140" y="248920"/>
                  </a:cubicBezTo>
                  <a:cubicBezTo>
                    <a:pt x="15090" y="234950"/>
                    <a:pt x="7470" y="205740"/>
                    <a:pt x="6200" y="177800"/>
                  </a:cubicBezTo>
                  <a:cubicBezTo>
                    <a:pt x="3660" y="144780"/>
                    <a:pt x="21440" y="88900"/>
                    <a:pt x="32870" y="60960"/>
                  </a:cubicBezTo>
                  <a:cubicBezTo>
                    <a:pt x="39220" y="43180"/>
                    <a:pt x="46840" y="30480"/>
                    <a:pt x="57000" y="22860"/>
                  </a:cubicBezTo>
                  <a:cubicBezTo>
                    <a:pt x="64620" y="15240"/>
                    <a:pt x="73510" y="11430"/>
                    <a:pt x="84940" y="10160"/>
                  </a:cubicBezTo>
                  <a:cubicBezTo>
                    <a:pt x="97640" y="8890"/>
                    <a:pt x="116690" y="11430"/>
                    <a:pt x="129390" y="19050"/>
                  </a:cubicBezTo>
                  <a:cubicBezTo>
                    <a:pt x="140820" y="26670"/>
                    <a:pt x="152250" y="43180"/>
                    <a:pt x="156060" y="55880"/>
                  </a:cubicBezTo>
                  <a:cubicBezTo>
                    <a:pt x="159870" y="64770"/>
                    <a:pt x="157330" y="85090"/>
                    <a:pt x="157330" y="85090"/>
                  </a:cubicBezTo>
                </a:path>
              </a:pathLst>
            </a:custGeom>
            <a:solidFill>
              <a:srgbClr val="F4F4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710112" y="7816215"/>
            <a:ext cx="180975" cy="374332"/>
            <a:chOff x="0" y="0"/>
            <a:chExt cx="241300" cy="499110"/>
          </a:xfrm>
        </p:grpSpPr>
        <p:sp>
          <p:nvSpPr>
            <p:cNvPr id="32" name="Freeform 32"/>
            <p:cNvSpPr/>
            <p:nvPr/>
          </p:nvSpPr>
          <p:spPr>
            <a:xfrm>
              <a:off x="45404" y="50562"/>
              <a:ext cx="144382" cy="397944"/>
            </a:xfrm>
            <a:custGeom>
              <a:avLst/>
              <a:gdLst/>
              <a:ahLst/>
              <a:cxnLst/>
              <a:rect l="l" t="t" r="r" b="b"/>
              <a:pathLst>
                <a:path w="144382" h="397944">
                  <a:moveTo>
                    <a:pt x="132396" y="63738"/>
                  </a:moveTo>
                  <a:cubicBezTo>
                    <a:pt x="136206" y="372348"/>
                    <a:pt x="128586" y="379968"/>
                    <a:pt x="117156" y="387588"/>
                  </a:cubicBezTo>
                  <a:cubicBezTo>
                    <a:pt x="106996" y="393938"/>
                    <a:pt x="91756" y="399018"/>
                    <a:pt x="79056" y="397748"/>
                  </a:cubicBezTo>
                  <a:cubicBezTo>
                    <a:pt x="66356" y="397748"/>
                    <a:pt x="51116" y="392668"/>
                    <a:pt x="40956" y="382508"/>
                  </a:cubicBezTo>
                  <a:cubicBezTo>
                    <a:pt x="29526" y="371078"/>
                    <a:pt x="18096" y="344408"/>
                    <a:pt x="19366" y="327898"/>
                  </a:cubicBezTo>
                  <a:cubicBezTo>
                    <a:pt x="19366" y="313928"/>
                    <a:pt x="26986" y="299958"/>
                    <a:pt x="35876" y="291068"/>
                  </a:cubicBezTo>
                  <a:cubicBezTo>
                    <a:pt x="44766" y="282178"/>
                    <a:pt x="58736" y="273288"/>
                    <a:pt x="71436" y="272018"/>
                  </a:cubicBezTo>
                  <a:cubicBezTo>
                    <a:pt x="87946" y="270748"/>
                    <a:pt x="115886" y="278368"/>
                    <a:pt x="128586" y="291068"/>
                  </a:cubicBezTo>
                  <a:cubicBezTo>
                    <a:pt x="140016" y="303768"/>
                    <a:pt x="146366" y="331708"/>
                    <a:pt x="143826" y="348218"/>
                  </a:cubicBezTo>
                  <a:cubicBezTo>
                    <a:pt x="142556" y="362188"/>
                    <a:pt x="132396" y="374888"/>
                    <a:pt x="123506" y="382508"/>
                  </a:cubicBezTo>
                  <a:cubicBezTo>
                    <a:pt x="113346" y="391398"/>
                    <a:pt x="98106" y="397748"/>
                    <a:pt x="85406" y="397748"/>
                  </a:cubicBezTo>
                  <a:cubicBezTo>
                    <a:pt x="72706" y="399018"/>
                    <a:pt x="57466" y="393938"/>
                    <a:pt x="46036" y="387588"/>
                  </a:cubicBezTo>
                  <a:cubicBezTo>
                    <a:pt x="35876" y="379968"/>
                    <a:pt x="28256" y="372348"/>
                    <a:pt x="21906" y="354568"/>
                  </a:cubicBezTo>
                  <a:cubicBezTo>
                    <a:pt x="4126" y="307578"/>
                    <a:pt x="-7304" y="120888"/>
                    <a:pt x="5396" y="63738"/>
                  </a:cubicBezTo>
                  <a:cubicBezTo>
                    <a:pt x="10476" y="38338"/>
                    <a:pt x="19366" y="21828"/>
                    <a:pt x="32066" y="11668"/>
                  </a:cubicBezTo>
                  <a:cubicBezTo>
                    <a:pt x="43496" y="2778"/>
                    <a:pt x="62546" y="-1032"/>
                    <a:pt x="76516" y="238"/>
                  </a:cubicBezTo>
                  <a:cubicBezTo>
                    <a:pt x="90486" y="2778"/>
                    <a:pt x="106996" y="11668"/>
                    <a:pt x="115886" y="21828"/>
                  </a:cubicBezTo>
                  <a:cubicBezTo>
                    <a:pt x="124776" y="31988"/>
                    <a:pt x="132396" y="63738"/>
                    <a:pt x="132396" y="63738"/>
                  </a:cubicBezTo>
                </a:path>
              </a:pathLst>
            </a:custGeom>
            <a:solidFill>
              <a:srgbClr val="F4F4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4730115" y="7857172"/>
            <a:ext cx="192405" cy="334328"/>
            <a:chOff x="0" y="0"/>
            <a:chExt cx="256540" cy="445770"/>
          </a:xfrm>
        </p:grpSpPr>
        <p:sp>
          <p:nvSpPr>
            <p:cNvPr id="34" name="Freeform 34"/>
            <p:cNvSpPr/>
            <p:nvPr/>
          </p:nvSpPr>
          <p:spPr>
            <a:xfrm>
              <a:off x="45550" y="50498"/>
              <a:ext cx="159158" cy="343519"/>
            </a:xfrm>
            <a:custGeom>
              <a:avLst/>
              <a:gdLst/>
              <a:ahLst/>
              <a:cxnLst/>
              <a:rect l="l" t="t" r="r" b="b"/>
              <a:pathLst>
                <a:path w="159158" h="343519">
                  <a:moveTo>
                    <a:pt x="132250" y="63802"/>
                  </a:moveTo>
                  <a:cubicBezTo>
                    <a:pt x="137330" y="217472"/>
                    <a:pt x="155110" y="242872"/>
                    <a:pt x="157650" y="264462"/>
                  </a:cubicBezTo>
                  <a:cubicBezTo>
                    <a:pt x="158920" y="279702"/>
                    <a:pt x="158920" y="293672"/>
                    <a:pt x="153840" y="305102"/>
                  </a:cubicBezTo>
                  <a:cubicBezTo>
                    <a:pt x="148760" y="316532"/>
                    <a:pt x="138600" y="329232"/>
                    <a:pt x="127170" y="335582"/>
                  </a:cubicBezTo>
                  <a:cubicBezTo>
                    <a:pt x="115740" y="341932"/>
                    <a:pt x="100500" y="344472"/>
                    <a:pt x="87800" y="343202"/>
                  </a:cubicBezTo>
                  <a:cubicBezTo>
                    <a:pt x="75100" y="341932"/>
                    <a:pt x="59860" y="335582"/>
                    <a:pt x="50970" y="325422"/>
                  </a:cubicBezTo>
                  <a:cubicBezTo>
                    <a:pt x="40810" y="312722"/>
                    <a:pt x="30650" y="286052"/>
                    <a:pt x="33190" y="268272"/>
                  </a:cubicBezTo>
                  <a:cubicBezTo>
                    <a:pt x="37000" y="251762"/>
                    <a:pt x="56050" y="230172"/>
                    <a:pt x="70020" y="222552"/>
                  </a:cubicBezTo>
                  <a:cubicBezTo>
                    <a:pt x="82720" y="214932"/>
                    <a:pt x="97960" y="214932"/>
                    <a:pt x="110660" y="218742"/>
                  </a:cubicBezTo>
                  <a:cubicBezTo>
                    <a:pt x="123360" y="221282"/>
                    <a:pt x="137330" y="230172"/>
                    <a:pt x="144950" y="240332"/>
                  </a:cubicBezTo>
                  <a:cubicBezTo>
                    <a:pt x="152570" y="250492"/>
                    <a:pt x="158920" y="265732"/>
                    <a:pt x="158920" y="278432"/>
                  </a:cubicBezTo>
                  <a:cubicBezTo>
                    <a:pt x="160190" y="291132"/>
                    <a:pt x="156380" y="306372"/>
                    <a:pt x="147490" y="316532"/>
                  </a:cubicBezTo>
                  <a:cubicBezTo>
                    <a:pt x="137330" y="329232"/>
                    <a:pt x="111930" y="344472"/>
                    <a:pt x="94150" y="343202"/>
                  </a:cubicBezTo>
                  <a:cubicBezTo>
                    <a:pt x="76370" y="343202"/>
                    <a:pt x="56050" y="331772"/>
                    <a:pt x="42080" y="313992"/>
                  </a:cubicBezTo>
                  <a:cubicBezTo>
                    <a:pt x="21760" y="288592"/>
                    <a:pt x="11600" y="230172"/>
                    <a:pt x="5250" y="188262"/>
                  </a:cubicBezTo>
                  <a:cubicBezTo>
                    <a:pt x="-1100" y="146352"/>
                    <a:pt x="-2370" y="95552"/>
                    <a:pt x="5250" y="63802"/>
                  </a:cubicBezTo>
                  <a:cubicBezTo>
                    <a:pt x="10330" y="40942"/>
                    <a:pt x="19220" y="21892"/>
                    <a:pt x="33190" y="11732"/>
                  </a:cubicBezTo>
                  <a:cubicBezTo>
                    <a:pt x="44620" y="1572"/>
                    <a:pt x="62400" y="-968"/>
                    <a:pt x="76370" y="302"/>
                  </a:cubicBezTo>
                  <a:cubicBezTo>
                    <a:pt x="90340" y="1572"/>
                    <a:pt x="106850" y="10462"/>
                    <a:pt x="115740" y="21892"/>
                  </a:cubicBezTo>
                  <a:cubicBezTo>
                    <a:pt x="125900" y="32052"/>
                    <a:pt x="132250" y="63802"/>
                    <a:pt x="132250" y="63802"/>
                  </a:cubicBezTo>
                </a:path>
              </a:pathLst>
            </a:custGeom>
            <a:solidFill>
              <a:srgbClr val="F4F4F4"/>
            </a:solidFill>
            <a:ln cap="sq">
              <a:noFill/>
              <a:prstDash val="solid"/>
              <a:miter/>
            </a:ln>
          </p:spPr>
        </p:sp>
      </p:grpSp>
      <p:sp>
        <p:nvSpPr>
          <p:cNvPr id="35" name="Freeform 35"/>
          <p:cNvSpPr/>
          <p:nvPr/>
        </p:nvSpPr>
        <p:spPr>
          <a:xfrm rot="-2700000">
            <a:off x="3579021" y="5159618"/>
            <a:ext cx="2391600" cy="2391600"/>
          </a:xfrm>
          <a:custGeom>
            <a:avLst/>
            <a:gdLst/>
            <a:ahLst/>
            <a:cxnLst/>
            <a:rect l="l" t="t" r="r" b="b"/>
            <a:pathLst>
              <a:path w="2391600" h="2391600">
                <a:moveTo>
                  <a:pt x="0" y="0"/>
                </a:moveTo>
                <a:lnTo>
                  <a:pt x="2391600" y="0"/>
                </a:lnTo>
                <a:lnTo>
                  <a:pt x="2391600" y="2391600"/>
                </a:lnTo>
                <a:lnTo>
                  <a:pt x="0" y="2391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8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550825" y="25588"/>
            <a:ext cx="17115896" cy="90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71"/>
              </a:lnSpc>
              <a:spcBef>
                <a:spcPct val="0"/>
              </a:spcBef>
            </a:pPr>
            <a:r>
              <a:rPr lang="en-US" sz="5051" u="sng" spc="10" dirty="0">
                <a:solidFill>
                  <a:srgbClr val="101B40"/>
                </a:solidFill>
                <a:latin typeface="Brick Sans"/>
                <a:ea typeface="Brick Sans"/>
                <a:cs typeface="Brick Sans"/>
                <a:sym typeface="Brick Sans"/>
              </a:rPr>
              <a:t>Technical Approach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52619" y="820806"/>
            <a:ext cx="6928481" cy="61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71"/>
              </a:lnSpc>
              <a:spcBef>
                <a:spcPct val="0"/>
              </a:spcBef>
            </a:pPr>
            <a:r>
              <a:rPr lang="en-US" sz="3408" u="sng" spc="6">
                <a:solidFill>
                  <a:srgbClr val="101B40"/>
                </a:solidFill>
                <a:latin typeface="Brick Sans"/>
                <a:ea typeface="Brick Sans"/>
                <a:cs typeface="Brick Sans"/>
                <a:sym typeface="Brick Sans"/>
              </a:rPr>
              <a:t>System Architecture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90695" y="820806"/>
            <a:ext cx="6928481" cy="61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71"/>
              </a:lnSpc>
              <a:spcBef>
                <a:spcPct val="0"/>
              </a:spcBef>
            </a:pPr>
            <a:r>
              <a:rPr lang="en-US" sz="3408" u="sng" spc="6">
                <a:solidFill>
                  <a:srgbClr val="101B40"/>
                </a:solidFill>
                <a:latin typeface="Brick Sans"/>
                <a:ea typeface="Brick Sans"/>
                <a:cs typeface="Brick Sans"/>
                <a:sym typeface="Brick Sans"/>
              </a:rPr>
              <a:t>Software Used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2971" y="9628688"/>
            <a:ext cx="1903144" cy="465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15"/>
              </a:lnSpc>
            </a:pPr>
            <a:r>
              <a:rPr lang="en-US" sz="1680" b="1" spc="-119">
                <a:solidFill>
                  <a:srgbClr val="F4F4F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LIVE DEMO AND USER  EXPERIENCE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47298" y="9039217"/>
            <a:ext cx="1774240" cy="349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2"/>
              </a:lnSpc>
            </a:pPr>
            <a:r>
              <a:rPr lang="en-US" sz="2483" b="1" spc="-176">
                <a:solidFill>
                  <a:srgbClr val="8FA4C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Next Slide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90695" y="5559924"/>
            <a:ext cx="6928481" cy="61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71"/>
              </a:lnSpc>
              <a:spcBef>
                <a:spcPct val="0"/>
              </a:spcBef>
            </a:pPr>
            <a:r>
              <a:rPr lang="en-US" sz="3408" u="sng" spc="6" dirty="0">
                <a:solidFill>
                  <a:srgbClr val="101B40"/>
                </a:solidFill>
                <a:latin typeface="Brick Sans"/>
                <a:ea typeface="Brick Sans"/>
                <a:cs typeface="Brick Sans"/>
                <a:sym typeface="Brick Sans"/>
              </a:rPr>
              <a:t>Hardware Used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857949" y="1935258"/>
            <a:ext cx="5835762" cy="358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55"/>
              </a:lnSpc>
              <a:spcBef>
                <a:spcPct val="0"/>
              </a:spcBef>
            </a:pPr>
            <a:r>
              <a:rPr lang="en-US" sz="2110" b="1" spc="4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FRONTEND:</a:t>
            </a:r>
            <a:r>
              <a:rPr lang="en-US" sz="2110" spc="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React Native Expo, TypeScript</a:t>
            </a:r>
            <a:r>
              <a:rPr lang="en-US" sz="2110" b="1" spc="4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                       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857949" y="2408726"/>
            <a:ext cx="6430052" cy="358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55"/>
              </a:lnSpc>
              <a:spcBef>
                <a:spcPct val="0"/>
              </a:spcBef>
            </a:pPr>
            <a:r>
              <a:rPr lang="en-US" sz="2110" b="1" spc="4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 AND API: </a:t>
            </a:r>
            <a:r>
              <a:rPr lang="en-US" sz="2110" spc="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Express.js, node.js, </a:t>
            </a:r>
            <a:r>
              <a:rPr lang="en-US" sz="2110" spc="4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FastAPI</a:t>
            </a:r>
            <a:r>
              <a:rPr lang="en-US" sz="2110" b="1" spc="4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              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191671" y="2834714"/>
            <a:ext cx="10458458" cy="358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55"/>
              </a:lnSpc>
              <a:spcBef>
                <a:spcPct val="0"/>
              </a:spcBef>
            </a:pPr>
            <a:r>
              <a:rPr lang="en-US" sz="2110" b="1" spc="4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DATABASE: </a:t>
            </a:r>
            <a:r>
              <a:rPr lang="en-US" sz="2110" spc="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MongoDB</a:t>
            </a:r>
            <a:r>
              <a:rPr lang="en-US" sz="2110" b="1" spc="4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                       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105955" y="3272567"/>
            <a:ext cx="6587756" cy="358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55"/>
              </a:lnSpc>
              <a:spcBef>
                <a:spcPct val="0"/>
              </a:spcBef>
            </a:pPr>
            <a:r>
              <a:rPr lang="en-US" sz="2110" b="1" spc="4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ML MODEL: </a:t>
            </a:r>
            <a:r>
              <a:rPr lang="en-US" sz="2110" spc="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Random Forest Classifier</a:t>
            </a:r>
            <a:r>
              <a:rPr lang="en-US" sz="2110" b="1" spc="4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                          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105955" y="4522608"/>
            <a:ext cx="6354688" cy="358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55"/>
              </a:lnSpc>
              <a:spcBef>
                <a:spcPct val="0"/>
              </a:spcBef>
            </a:pPr>
            <a:r>
              <a:rPr lang="en-US" sz="2110" b="1" spc="4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COMMUNICATION: </a:t>
            </a:r>
            <a:r>
              <a:rPr lang="en-US" sz="2110" spc="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Socket.io-client  </a:t>
            </a:r>
            <a:r>
              <a:rPr lang="en-US" sz="2110" b="1" spc="4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       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966785" y="3698558"/>
            <a:ext cx="6169702" cy="743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5"/>
              </a:lnSpc>
              <a:spcBef>
                <a:spcPct val="0"/>
              </a:spcBef>
            </a:pPr>
            <a:r>
              <a:rPr lang="en-US" sz="2110" b="1" spc="4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AND MODEL HANDELING: </a:t>
            </a:r>
            <a:r>
              <a:rPr lang="en-US" sz="2110" spc="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Python, Scikit-Learn, </a:t>
            </a:r>
            <a:r>
              <a:rPr lang="en-US" sz="2110" spc="4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Numpy</a:t>
            </a:r>
            <a:r>
              <a:rPr lang="en-US" sz="2110" spc="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Pandas, serial, CSV data logging</a:t>
            </a:r>
            <a:r>
              <a:rPr lang="en-US" sz="2110" b="1" spc="4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                                                                           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966785" y="4937083"/>
            <a:ext cx="5292515" cy="358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sz="2110" b="1" spc="4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SECURITY &amp; CONFIG: </a:t>
            </a:r>
            <a:r>
              <a:rPr lang="en-US" sz="2110" spc="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CORS, DOTENV</a:t>
            </a:r>
          </a:p>
        </p:txBody>
      </p:sp>
      <p:sp>
        <p:nvSpPr>
          <p:cNvPr id="49" name="Freeform 49"/>
          <p:cNvSpPr/>
          <p:nvPr/>
        </p:nvSpPr>
        <p:spPr>
          <a:xfrm rot="-4621536">
            <a:off x="3900120" y="3602777"/>
            <a:ext cx="2063851" cy="546920"/>
          </a:xfrm>
          <a:custGeom>
            <a:avLst/>
            <a:gdLst/>
            <a:ahLst/>
            <a:cxnLst/>
            <a:rect l="l" t="t" r="r" b="b"/>
            <a:pathLst>
              <a:path w="2063851" h="546920">
                <a:moveTo>
                  <a:pt x="0" y="0"/>
                </a:moveTo>
                <a:lnTo>
                  <a:pt x="2063850" y="0"/>
                </a:lnTo>
                <a:lnTo>
                  <a:pt x="2063850" y="546920"/>
                </a:lnTo>
                <a:lnTo>
                  <a:pt x="0" y="5469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50" name="Group 50"/>
          <p:cNvGrpSpPr/>
          <p:nvPr/>
        </p:nvGrpSpPr>
        <p:grpSpPr>
          <a:xfrm>
            <a:off x="4801553" y="4628197"/>
            <a:ext cx="111442" cy="108585"/>
            <a:chOff x="0" y="0"/>
            <a:chExt cx="148590" cy="144780"/>
          </a:xfrm>
        </p:grpSpPr>
        <p:sp>
          <p:nvSpPr>
            <p:cNvPr id="51" name="Freeform 51"/>
            <p:cNvSpPr/>
            <p:nvPr/>
          </p:nvSpPr>
          <p:spPr>
            <a:xfrm>
              <a:off x="49280" y="49054"/>
              <a:ext cx="48510" cy="40785"/>
            </a:xfrm>
            <a:custGeom>
              <a:avLst/>
              <a:gdLst/>
              <a:ahLst/>
              <a:cxnLst/>
              <a:rect l="l" t="t" r="r" b="b"/>
              <a:pathLst>
                <a:path w="48510" h="40785">
                  <a:moveTo>
                    <a:pt x="4851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8416"/>
                    <a:pt x="1520" y="6826"/>
                    <a:pt x="7870" y="1746"/>
                  </a:cubicBezTo>
                  <a:cubicBezTo>
                    <a:pt x="14220" y="-3334"/>
                    <a:pt x="42160" y="4286"/>
                    <a:pt x="42160" y="4286"/>
                  </a:cubicBezTo>
                </a:path>
              </a:pathLst>
            </a:custGeom>
            <a:solidFill>
              <a:srgbClr val="F4F4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4757738" y="4540568"/>
            <a:ext cx="169545" cy="398145"/>
            <a:chOff x="0" y="0"/>
            <a:chExt cx="226060" cy="530860"/>
          </a:xfrm>
        </p:grpSpPr>
        <p:sp>
          <p:nvSpPr>
            <p:cNvPr id="53" name="Freeform 53"/>
            <p:cNvSpPr/>
            <p:nvPr/>
          </p:nvSpPr>
          <p:spPr>
            <a:xfrm>
              <a:off x="50146" y="48297"/>
              <a:ext cx="133393" cy="430922"/>
            </a:xfrm>
            <a:custGeom>
              <a:avLst/>
              <a:gdLst/>
              <a:ahLst/>
              <a:cxnLst/>
              <a:rect l="l" t="t" r="r" b="b"/>
              <a:pathLst>
                <a:path w="133393" h="430922">
                  <a:moveTo>
                    <a:pt x="106064" y="139663"/>
                  </a:moveTo>
                  <a:cubicBezTo>
                    <a:pt x="99714" y="237453"/>
                    <a:pt x="87014" y="246343"/>
                    <a:pt x="78124" y="245073"/>
                  </a:cubicBezTo>
                  <a:cubicBezTo>
                    <a:pt x="70504" y="245073"/>
                    <a:pt x="62884" y="236183"/>
                    <a:pt x="56534" y="226023"/>
                  </a:cubicBezTo>
                  <a:cubicBezTo>
                    <a:pt x="46374" y="208243"/>
                    <a:pt x="38754" y="163793"/>
                    <a:pt x="37484" y="138393"/>
                  </a:cubicBezTo>
                  <a:cubicBezTo>
                    <a:pt x="37484" y="120613"/>
                    <a:pt x="37484" y="99023"/>
                    <a:pt x="43834" y="90133"/>
                  </a:cubicBezTo>
                  <a:cubicBezTo>
                    <a:pt x="48914" y="83783"/>
                    <a:pt x="59074" y="81243"/>
                    <a:pt x="65424" y="82513"/>
                  </a:cubicBezTo>
                  <a:cubicBezTo>
                    <a:pt x="73044" y="82513"/>
                    <a:pt x="80664" y="86323"/>
                    <a:pt x="85744" y="95213"/>
                  </a:cubicBezTo>
                  <a:cubicBezTo>
                    <a:pt x="98444" y="118073"/>
                    <a:pt x="104794" y="218403"/>
                    <a:pt x="99714" y="245073"/>
                  </a:cubicBezTo>
                  <a:cubicBezTo>
                    <a:pt x="98444" y="255233"/>
                    <a:pt x="94634" y="261583"/>
                    <a:pt x="89554" y="265393"/>
                  </a:cubicBezTo>
                  <a:cubicBezTo>
                    <a:pt x="83204" y="269203"/>
                    <a:pt x="71774" y="270473"/>
                    <a:pt x="65424" y="267933"/>
                  </a:cubicBezTo>
                  <a:cubicBezTo>
                    <a:pt x="59074" y="266663"/>
                    <a:pt x="53994" y="260313"/>
                    <a:pt x="50184" y="251423"/>
                  </a:cubicBezTo>
                  <a:cubicBezTo>
                    <a:pt x="41294" y="229833"/>
                    <a:pt x="43834" y="159983"/>
                    <a:pt x="50184" y="129503"/>
                  </a:cubicBezTo>
                  <a:cubicBezTo>
                    <a:pt x="53994" y="110453"/>
                    <a:pt x="59074" y="90133"/>
                    <a:pt x="69234" y="85053"/>
                  </a:cubicBezTo>
                  <a:cubicBezTo>
                    <a:pt x="78124" y="82513"/>
                    <a:pt x="99714" y="88863"/>
                    <a:pt x="104794" y="100293"/>
                  </a:cubicBezTo>
                  <a:cubicBezTo>
                    <a:pt x="114954" y="119343"/>
                    <a:pt x="71774" y="187923"/>
                    <a:pt x="75584" y="217133"/>
                  </a:cubicBezTo>
                  <a:cubicBezTo>
                    <a:pt x="79394" y="236183"/>
                    <a:pt x="98444" y="242533"/>
                    <a:pt x="104794" y="261583"/>
                  </a:cubicBezTo>
                  <a:cubicBezTo>
                    <a:pt x="112414" y="290793"/>
                    <a:pt x="117494" y="356833"/>
                    <a:pt x="106064" y="378423"/>
                  </a:cubicBezTo>
                  <a:cubicBezTo>
                    <a:pt x="99714" y="389853"/>
                    <a:pt x="87014" y="398743"/>
                    <a:pt x="78124" y="397473"/>
                  </a:cubicBezTo>
                  <a:cubicBezTo>
                    <a:pt x="69234" y="397473"/>
                    <a:pt x="60344" y="386043"/>
                    <a:pt x="55264" y="373343"/>
                  </a:cubicBezTo>
                  <a:cubicBezTo>
                    <a:pt x="48914" y="349213"/>
                    <a:pt x="59074" y="273013"/>
                    <a:pt x="70504" y="253963"/>
                  </a:cubicBezTo>
                  <a:cubicBezTo>
                    <a:pt x="75584" y="245073"/>
                    <a:pt x="83204" y="241263"/>
                    <a:pt x="90824" y="241263"/>
                  </a:cubicBezTo>
                  <a:cubicBezTo>
                    <a:pt x="97174" y="239993"/>
                    <a:pt x="107334" y="241263"/>
                    <a:pt x="112414" y="248883"/>
                  </a:cubicBezTo>
                  <a:cubicBezTo>
                    <a:pt x="126384" y="270473"/>
                    <a:pt x="127654" y="403823"/>
                    <a:pt x="108604" y="422873"/>
                  </a:cubicBezTo>
                  <a:cubicBezTo>
                    <a:pt x="99714" y="431763"/>
                    <a:pt x="79394" y="429223"/>
                    <a:pt x="70504" y="422873"/>
                  </a:cubicBezTo>
                  <a:cubicBezTo>
                    <a:pt x="61614" y="415253"/>
                    <a:pt x="62884" y="396203"/>
                    <a:pt x="61614" y="375883"/>
                  </a:cubicBezTo>
                  <a:cubicBezTo>
                    <a:pt x="60344" y="341593"/>
                    <a:pt x="60344" y="257773"/>
                    <a:pt x="75584" y="233643"/>
                  </a:cubicBezTo>
                  <a:cubicBezTo>
                    <a:pt x="81934" y="222213"/>
                    <a:pt x="94634" y="215863"/>
                    <a:pt x="103524" y="215863"/>
                  </a:cubicBezTo>
                  <a:cubicBezTo>
                    <a:pt x="111144" y="217133"/>
                    <a:pt x="120034" y="224753"/>
                    <a:pt x="123844" y="236183"/>
                  </a:cubicBezTo>
                  <a:cubicBezTo>
                    <a:pt x="135274" y="262853"/>
                    <a:pt x="137814" y="365723"/>
                    <a:pt x="123844" y="391123"/>
                  </a:cubicBezTo>
                  <a:cubicBezTo>
                    <a:pt x="117494" y="402553"/>
                    <a:pt x="104794" y="410173"/>
                    <a:pt x="95904" y="410173"/>
                  </a:cubicBezTo>
                  <a:cubicBezTo>
                    <a:pt x="88284" y="410173"/>
                    <a:pt x="80664" y="402553"/>
                    <a:pt x="74314" y="391123"/>
                  </a:cubicBezTo>
                  <a:cubicBezTo>
                    <a:pt x="59074" y="359373"/>
                    <a:pt x="48914" y="206973"/>
                    <a:pt x="62884" y="173953"/>
                  </a:cubicBezTo>
                  <a:cubicBezTo>
                    <a:pt x="67964" y="162523"/>
                    <a:pt x="76854" y="156173"/>
                    <a:pt x="84474" y="154903"/>
                  </a:cubicBezTo>
                  <a:cubicBezTo>
                    <a:pt x="90824" y="153633"/>
                    <a:pt x="100984" y="156173"/>
                    <a:pt x="106064" y="163793"/>
                  </a:cubicBezTo>
                  <a:cubicBezTo>
                    <a:pt x="118764" y="182843"/>
                    <a:pt x="99714" y="285713"/>
                    <a:pt x="94634" y="317463"/>
                  </a:cubicBezTo>
                  <a:cubicBezTo>
                    <a:pt x="92094" y="332703"/>
                    <a:pt x="90824" y="342863"/>
                    <a:pt x="84474" y="350483"/>
                  </a:cubicBezTo>
                  <a:cubicBezTo>
                    <a:pt x="80664" y="356833"/>
                    <a:pt x="71774" y="361913"/>
                    <a:pt x="64154" y="361913"/>
                  </a:cubicBezTo>
                  <a:cubicBezTo>
                    <a:pt x="56534" y="361913"/>
                    <a:pt x="45104" y="353023"/>
                    <a:pt x="38754" y="340323"/>
                  </a:cubicBezTo>
                  <a:cubicBezTo>
                    <a:pt x="24784" y="312383"/>
                    <a:pt x="19704" y="199353"/>
                    <a:pt x="34944" y="175223"/>
                  </a:cubicBezTo>
                  <a:cubicBezTo>
                    <a:pt x="40024" y="165063"/>
                    <a:pt x="51454" y="159983"/>
                    <a:pt x="60344" y="161253"/>
                  </a:cubicBezTo>
                  <a:cubicBezTo>
                    <a:pt x="67964" y="162523"/>
                    <a:pt x="76854" y="168873"/>
                    <a:pt x="81934" y="180303"/>
                  </a:cubicBezTo>
                  <a:cubicBezTo>
                    <a:pt x="92094" y="204433"/>
                    <a:pt x="94634" y="297143"/>
                    <a:pt x="81934" y="323813"/>
                  </a:cubicBezTo>
                  <a:cubicBezTo>
                    <a:pt x="75584" y="337783"/>
                    <a:pt x="62884" y="349213"/>
                    <a:pt x="53994" y="349213"/>
                  </a:cubicBezTo>
                  <a:cubicBezTo>
                    <a:pt x="45104" y="349213"/>
                    <a:pt x="36214" y="337783"/>
                    <a:pt x="31134" y="323813"/>
                  </a:cubicBezTo>
                  <a:cubicBezTo>
                    <a:pt x="18434" y="286983"/>
                    <a:pt x="28594" y="133313"/>
                    <a:pt x="43834" y="101563"/>
                  </a:cubicBezTo>
                  <a:cubicBezTo>
                    <a:pt x="50184" y="88863"/>
                    <a:pt x="57804" y="83783"/>
                    <a:pt x="66694" y="82513"/>
                  </a:cubicBezTo>
                  <a:cubicBezTo>
                    <a:pt x="73044" y="81243"/>
                    <a:pt x="83204" y="83783"/>
                    <a:pt x="88284" y="90133"/>
                  </a:cubicBezTo>
                  <a:cubicBezTo>
                    <a:pt x="94634" y="100293"/>
                    <a:pt x="90824" y="123153"/>
                    <a:pt x="88284" y="144743"/>
                  </a:cubicBezTo>
                  <a:cubicBezTo>
                    <a:pt x="84474" y="176493"/>
                    <a:pt x="73044" y="245073"/>
                    <a:pt x="57804" y="262853"/>
                  </a:cubicBezTo>
                  <a:cubicBezTo>
                    <a:pt x="50184" y="271743"/>
                    <a:pt x="37484" y="278093"/>
                    <a:pt x="32404" y="275553"/>
                  </a:cubicBezTo>
                  <a:cubicBezTo>
                    <a:pt x="22244" y="267933"/>
                    <a:pt x="36214" y="170143"/>
                    <a:pt x="50184" y="149823"/>
                  </a:cubicBezTo>
                  <a:cubicBezTo>
                    <a:pt x="56534" y="140933"/>
                    <a:pt x="71774" y="133313"/>
                    <a:pt x="75584" y="137123"/>
                  </a:cubicBezTo>
                  <a:cubicBezTo>
                    <a:pt x="87014" y="144743"/>
                    <a:pt x="65424" y="259043"/>
                    <a:pt x="48914" y="280633"/>
                  </a:cubicBezTo>
                  <a:cubicBezTo>
                    <a:pt x="41294" y="290793"/>
                    <a:pt x="31134" y="295873"/>
                    <a:pt x="23514" y="294603"/>
                  </a:cubicBezTo>
                  <a:cubicBezTo>
                    <a:pt x="14624" y="293333"/>
                    <a:pt x="3194" y="283173"/>
                    <a:pt x="1924" y="274283"/>
                  </a:cubicBezTo>
                  <a:cubicBezTo>
                    <a:pt x="-616" y="261583"/>
                    <a:pt x="26054" y="239993"/>
                    <a:pt x="32404" y="219673"/>
                  </a:cubicBezTo>
                  <a:cubicBezTo>
                    <a:pt x="38754" y="199353"/>
                    <a:pt x="42564" y="180303"/>
                    <a:pt x="42564" y="156173"/>
                  </a:cubicBezTo>
                  <a:cubicBezTo>
                    <a:pt x="42564" y="123153"/>
                    <a:pt x="14624" y="54573"/>
                    <a:pt x="26054" y="40603"/>
                  </a:cubicBezTo>
                  <a:cubicBezTo>
                    <a:pt x="31134" y="32983"/>
                    <a:pt x="47644" y="29173"/>
                    <a:pt x="55264" y="35523"/>
                  </a:cubicBezTo>
                  <a:cubicBezTo>
                    <a:pt x="74314" y="49493"/>
                    <a:pt x="85744" y="186653"/>
                    <a:pt x="75584" y="218403"/>
                  </a:cubicBezTo>
                  <a:cubicBezTo>
                    <a:pt x="71774" y="232373"/>
                    <a:pt x="61614" y="242533"/>
                    <a:pt x="53994" y="243803"/>
                  </a:cubicBezTo>
                  <a:cubicBezTo>
                    <a:pt x="45104" y="245073"/>
                    <a:pt x="27324" y="232373"/>
                    <a:pt x="26054" y="224753"/>
                  </a:cubicBezTo>
                  <a:cubicBezTo>
                    <a:pt x="24784" y="215863"/>
                    <a:pt x="41294" y="195543"/>
                    <a:pt x="50184" y="193003"/>
                  </a:cubicBezTo>
                  <a:cubicBezTo>
                    <a:pt x="56534" y="191733"/>
                    <a:pt x="66694" y="198083"/>
                    <a:pt x="71774" y="203163"/>
                  </a:cubicBezTo>
                  <a:cubicBezTo>
                    <a:pt x="75584" y="209513"/>
                    <a:pt x="76854" y="220943"/>
                    <a:pt x="74314" y="227293"/>
                  </a:cubicBezTo>
                  <a:cubicBezTo>
                    <a:pt x="71774" y="233643"/>
                    <a:pt x="64154" y="241263"/>
                    <a:pt x="56534" y="243803"/>
                  </a:cubicBezTo>
                  <a:cubicBezTo>
                    <a:pt x="50184" y="245073"/>
                    <a:pt x="38754" y="242533"/>
                    <a:pt x="33674" y="237453"/>
                  </a:cubicBezTo>
                  <a:cubicBezTo>
                    <a:pt x="28594" y="233643"/>
                    <a:pt x="24784" y="222213"/>
                    <a:pt x="26054" y="215863"/>
                  </a:cubicBezTo>
                  <a:cubicBezTo>
                    <a:pt x="26054" y="208243"/>
                    <a:pt x="32404" y="198083"/>
                    <a:pt x="38754" y="195543"/>
                  </a:cubicBezTo>
                  <a:cubicBezTo>
                    <a:pt x="46374" y="193003"/>
                    <a:pt x="64154" y="195543"/>
                    <a:pt x="69234" y="201893"/>
                  </a:cubicBezTo>
                  <a:cubicBezTo>
                    <a:pt x="74314" y="206973"/>
                    <a:pt x="76854" y="218403"/>
                    <a:pt x="75584" y="224753"/>
                  </a:cubicBezTo>
                  <a:cubicBezTo>
                    <a:pt x="74314" y="231103"/>
                    <a:pt x="66694" y="239993"/>
                    <a:pt x="60344" y="242533"/>
                  </a:cubicBezTo>
                  <a:cubicBezTo>
                    <a:pt x="52724" y="245073"/>
                    <a:pt x="42564" y="245073"/>
                    <a:pt x="36214" y="239993"/>
                  </a:cubicBezTo>
                  <a:cubicBezTo>
                    <a:pt x="24784" y="229833"/>
                    <a:pt x="18434" y="199353"/>
                    <a:pt x="13354" y="171413"/>
                  </a:cubicBezTo>
                  <a:cubicBezTo>
                    <a:pt x="5734" y="133313"/>
                    <a:pt x="1924" y="58383"/>
                    <a:pt x="7004" y="30443"/>
                  </a:cubicBezTo>
                  <a:cubicBezTo>
                    <a:pt x="9544" y="16473"/>
                    <a:pt x="13354" y="7583"/>
                    <a:pt x="20974" y="2503"/>
                  </a:cubicBezTo>
                  <a:cubicBezTo>
                    <a:pt x="29864" y="-1307"/>
                    <a:pt x="47644" y="-1307"/>
                    <a:pt x="57804" y="6313"/>
                  </a:cubicBezTo>
                  <a:cubicBezTo>
                    <a:pt x="76854" y="22823"/>
                    <a:pt x="92094" y="88863"/>
                    <a:pt x="94634" y="125693"/>
                  </a:cubicBezTo>
                  <a:cubicBezTo>
                    <a:pt x="97174" y="157443"/>
                    <a:pt x="90824" y="186653"/>
                    <a:pt x="81934" y="214593"/>
                  </a:cubicBezTo>
                  <a:cubicBezTo>
                    <a:pt x="73044" y="241263"/>
                    <a:pt x="55264" y="280633"/>
                    <a:pt x="40024" y="289523"/>
                  </a:cubicBezTo>
                  <a:cubicBezTo>
                    <a:pt x="32404" y="294603"/>
                    <a:pt x="23514" y="295873"/>
                    <a:pt x="17164" y="293333"/>
                  </a:cubicBezTo>
                  <a:cubicBezTo>
                    <a:pt x="9544" y="289523"/>
                    <a:pt x="3194" y="280633"/>
                    <a:pt x="654" y="269203"/>
                  </a:cubicBezTo>
                  <a:cubicBezTo>
                    <a:pt x="-4426" y="238723"/>
                    <a:pt x="20974" y="119343"/>
                    <a:pt x="46374" y="101563"/>
                  </a:cubicBezTo>
                  <a:cubicBezTo>
                    <a:pt x="59074" y="92673"/>
                    <a:pt x="81934" y="93943"/>
                    <a:pt x="92094" y="105373"/>
                  </a:cubicBezTo>
                  <a:cubicBezTo>
                    <a:pt x="112414" y="126963"/>
                    <a:pt x="102254" y="256503"/>
                    <a:pt x="93364" y="286983"/>
                  </a:cubicBezTo>
                  <a:cubicBezTo>
                    <a:pt x="89554" y="299683"/>
                    <a:pt x="87014" y="304763"/>
                    <a:pt x="79394" y="311113"/>
                  </a:cubicBezTo>
                  <a:cubicBezTo>
                    <a:pt x="70504" y="318733"/>
                    <a:pt x="53994" y="325083"/>
                    <a:pt x="42564" y="323813"/>
                  </a:cubicBezTo>
                  <a:cubicBezTo>
                    <a:pt x="32404" y="322543"/>
                    <a:pt x="19704" y="313653"/>
                    <a:pt x="13354" y="306033"/>
                  </a:cubicBezTo>
                  <a:cubicBezTo>
                    <a:pt x="8274" y="298413"/>
                    <a:pt x="7004" y="293333"/>
                    <a:pt x="7004" y="280633"/>
                  </a:cubicBezTo>
                  <a:cubicBezTo>
                    <a:pt x="5734" y="248883"/>
                    <a:pt x="29864" y="120613"/>
                    <a:pt x="46374" y="95213"/>
                  </a:cubicBezTo>
                  <a:cubicBezTo>
                    <a:pt x="52724" y="86323"/>
                    <a:pt x="59074" y="82513"/>
                    <a:pt x="66694" y="82513"/>
                  </a:cubicBezTo>
                  <a:cubicBezTo>
                    <a:pt x="73044" y="81243"/>
                    <a:pt x="83204" y="82513"/>
                    <a:pt x="88284" y="90133"/>
                  </a:cubicBezTo>
                  <a:cubicBezTo>
                    <a:pt x="104794" y="116803"/>
                    <a:pt x="99714" y="295873"/>
                    <a:pt x="81934" y="330163"/>
                  </a:cubicBezTo>
                  <a:cubicBezTo>
                    <a:pt x="74314" y="342863"/>
                    <a:pt x="61614" y="350483"/>
                    <a:pt x="53994" y="349213"/>
                  </a:cubicBezTo>
                  <a:cubicBezTo>
                    <a:pt x="45104" y="347943"/>
                    <a:pt x="36214" y="337783"/>
                    <a:pt x="31134" y="323813"/>
                  </a:cubicBezTo>
                  <a:cubicBezTo>
                    <a:pt x="20974" y="295873"/>
                    <a:pt x="20974" y="196813"/>
                    <a:pt x="34944" y="175223"/>
                  </a:cubicBezTo>
                  <a:cubicBezTo>
                    <a:pt x="40024" y="165063"/>
                    <a:pt x="51454" y="159983"/>
                    <a:pt x="60344" y="161253"/>
                  </a:cubicBezTo>
                  <a:cubicBezTo>
                    <a:pt x="67964" y="162523"/>
                    <a:pt x="75584" y="168873"/>
                    <a:pt x="81934" y="180303"/>
                  </a:cubicBezTo>
                  <a:cubicBezTo>
                    <a:pt x="94634" y="206973"/>
                    <a:pt x="99714" y="318733"/>
                    <a:pt x="87014" y="344133"/>
                  </a:cubicBezTo>
                  <a:cubicBezTo>
                    <a:pt x="81934" y="355563"/>
                    <a:pt x="73044" y="361913"/>
                    <a:pt x="64154" y="361913"/>
                  </a:cubicBezTo>
                  <a:cubicBezTo>
                    <a:pt x="56534" y="361913"/>
                    <a:pt x="43834" y="351753"/>
                    <a:pt x="38754" y="340323"/>
                  </a:cubicBezTo>
                  <a:cubicBezTo>
                    <a:pt x="29864" y="321273"/>
                    <a:pt x="40024" y="274283"/>
                    <a:pt x="45104" y="243803"/>
                  </a:cubicBezTo>
                  <a:cubicBezTo>
                    <a:pt x="50184" y="215863"/>
                    <a:pt x="53994" y="173953"/>
                    <a:pt x="67964" y="163793"/>
                  </a:cubicBezTo>
                  <a:cubicBezTo>
                    <a:pt x="78124" y="156173"/>
                    <a:pt x="97174" y="156173"/>
                    <a:pt x="106064" y="163793"/>
                  </a:cubicBezTo>
                  <a:cubicBezTo>
                    <a:pt x="121304" y="176493"/>
                    <a:pt x="121304" y="224753"/>
                    <a:pt x="125114" y="260313"/>
                  </a:cubicBezTo>
                  <a:cubicBezTo>
                    <a:pt x="128924" y="299683"/>
                    <a:pt x="132734" y="368263"/>
                    <a:pt x="123844" y="391123"/>
                  </a:cubicBezTo>
                  <a:cubicBezTo>
                    <a:pt x="120034" y="401283"/>
                    <a:pt x="114954" y="406363"/>
                    <a:pt x="108604" y="408903"/>
                  </a:cubicBezTo>
                  <a:cubicBezTo>
                    <a:pt x="100984" y="411443"/>
                    <a:pt x="90824" y="411443"/>
                    <a:pt x="84474" y="406363"/>
                  </a:cubicBezTo>
                  <a:cubicBezTo>
                    <a:pt x="75584" y="397473"/>
                    <a:pt x="70504" y="375883"/>
                    <a:pt x="67964" y="354293"/>
                  </a:cubicBezTo>
                  <a:cubicBezTo>
                    <a:pt x="64154" y="322543"/>
                    <a:pt x="64154" y="247613"/>
                    <a:pt x="78124" y="228563"/>
                  </a:cubicBezTo>
                  <a:cubicBezTo>
                    <a:pt x="84474" y="219673"/>
                    <a:pt x="95904" y="215863"/>
                    <a:pt x="103524" y="215863"/>
                  </a:cubicBezTo>
                  <a:cubicBezTo>
                    <a:pt x="111144" y="217133"/>
                    <a:pt x="118764" y="220943"/>
                    <a:pt x="122574" y="231103"/>
                  </a:cubicBezTo>
                  <a:cubicBezTo>
                    <a:pt x="134004" y="257773"/>
                    <a:pt x="125114" y="400013"/>
                    <a:pt x="108604" y="422873"/>
                  </a:cubicBezTo>
                  <a:cubicBezTo>
                    <a:pt x="103524" y="430493"/>
                    <a:pt x="93364" y="431763"/>
                    <a:pt x="87014" y="430493"/>
                  </a:cubicBezTo>
                  <a:cubicBezTo>
                    <a:pt x="79394" y="429223"/>
                    <a:pt x="70504" y="422873"/>
                    <a:pt x="65424" y="411443"/>
                  </a:cubicBezTo>
                  <a:cubicBezTo>
                    <a:pt x="55264" y="389853"/>
                    <a:pt x="57804" y="323813"/>
                    <a:pt x="61614" y="293333"/>
                  </a:cubicBezTo>
                  <a:cubicBezTo>
                    <a:pt x="65424" y="273013"/>
                    <a:pt x="69234" y="250153"/>
                    <a:pt x="79394" y="245073"/>
                  </a:cubicBezTo>
                  <a:cubicBezTo>
                    <a:pt x="88284" y="239993"/>
                    <a:pt x="108604" y="243803"/>
                    <a:pt x="116224" y="253963"/>
                  </a:cubicBezTo>
                  <a:cubicBezTo>
                    <a:pt x="128924" y="273013"/>
                    <a:pt x="120034" y="356833"/>
                    <a:pt x="106064" y="378423"/>
                  </a:cubicBezTo>
                  <a:cubicBezTo>
                    <a:pt x="98444" y="391123"/>
                    <a:pt x="80664" y="397473"/>
                    <a:pt x="71774" y="396203"/>
                  </a:cubicBezTo>
                  <a:cubicBezTo>
                    <a:pt x="65424" y="394933"/>
                    <a:pt x="60344" y="388583"/>
                    <a:pt x="56534" y="378423"/>
                  </a:cubicBezTo>
                  <a:cubicBezTo>
                    <a:pt x="48914" y="359373"/>
                    <a:pt x="62884" y="306033"/>
                    <a:pt x="56534" y="276823"/>
                  </a:cubicBezTo>
                  <a:cubicBezTo>
                    <a:pt x="52724" y="255233"/>
                    <a:pt x="34944" y="243803"/>
                    <a:pt x="32404" y="222213"/>
                  </a:cubicBezTo>
                  <a:cubicBezTo>
                    <a:pt x="28594" y="189193"/>
                    <a:pt x="41294" y="119343"/>
                    <a:pt x="57804" y="99023"/>
                  </a:cubicBezTo>
                  <a:cubicBezTo>
                    <a:pt x="65424" y="87593"/>
                    <a:pt x="79394" y="82513"/>
                    <a:pt x="88284" y="83783"/>
                  </a:cubicBezTo>
                  <a:cubicBezTo>
                    <a:pt x="95904" y="86323"/>
                    <a:pt x="102254" y="93943"/>
                    <a:pt x="106064" y="106643"/>
                  </a:cubicBezTo>
                  <a:cubicBezTo>
                    <a:pt x="114954" y="132043"/>
                    <a:pt x="111144" y="218403"/>
                    <a:pt x="99714" y="245073"/>
                  </a:cubicBezTo>
                  <a:cubicBezTo>
                    <a:pt x="94634" y="257773"/>
                    <a:pt x="85744" y="269203"/>
                    <a:pt x="78124" y="270473"/>
                  </a:cubicBezTo>
                  <a:cubicBezTo>
                    <a:pt x="69234" y="270473"/>
                    <a:pt x="56534" y="260313"/>
                    <a:pt x="50184" y="251423"/>
                  </a:cubicBezTo>
                  <a:cubicBezTo>
                    <a:pt x="41294" y="238723"/>
                    <a:pt x="38754" y="217133"/>
                    <a:pt x="37484" y="195543"/>
                  </a:cubicBezTo>
                  <a:cubicBezTo>
                    <a:pt x="34944" y="166333"/>
                    <a:pt x="32404" y="105373"/>
                    <a:pt x="43834" y="90133"/>
                  </a:cubicBezTo>
                  <a:cubicBezTo>
                    <a:pt x="48914" y="83783"/>
                    <a:pt x="59074" y="81243"/>
                    <a:pt x="65424" y="82513"/>
                  </a:cubicBezTo>
                  <a:cubicBezTo>
                    <a:pt x="73044" y="82513"/>
                    <a:pt x="79394" y="87593"/>
                    <a:pt x="85744" y="95213"/>
                  </a:cubicBezTo>
                  <a:cubicBezTo>
                    <a:pt x="98444" y="115533"/>
                    <a:pt x="112414" y="195543"/>
                    <a:pt x="106064" y="219673"/>
                  </a:cubicBezTo>
                  <a:cubicBezTo>
                    <a:pt x="103524" y="232373"/>
                    <a:pt x="97174" y="241263"/>
                    <a:pt x="90824" y="243803"/>
                  </a:cubicBezTo>
                  <a:cubicBezTo>
                    <a:pt x="83204" y="246343"/>
                    <a:pt x="73044" y="247613"/>
                    <a:pt x="66694" y="241263"/>
                  </a:cubicBezTo>
                  <a:cubicBezTo>
                    <a:pt x="53994" y="227293"/>
                    <a:pt x="47644" y="146013"/>
                    <a:pt x="59074" y="128233"/>
                  </a:cubicBezTo>
                  <a:cubicBezTo>
                    <a:pt x="65424" y="118073"/>
                    <a:pt x="81934" y="112993"/>
                    <a:pt x="90824" y="115533"/>
                  </a:cubicBezTo>
                  <a:cubicBezTo>
                    <a:pt x="97174" y="118073"/>
                    <a:pt x="106064" y="139663"/>
                    <a:pt x="106064" y="139663"/>
                  </a:cubicBezTo>
                </a:path>
              </a:pathLst>
            </a:custGeom>
            <a:solidFill>
              <a:srgbClr val="F4F4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4712018" y="4566285"/>
            <a:ext cx="127635" cy="195262"/>
            <a:chOff x="0" y="0"/>
            <a:chExt cx="170180" cy="260350"/>
          </a:xfrm>
        </p:grpSpPr>
        <p:sp>
          <p:nvSpPr>
            <p:cNvPr id="55" name="Freeform 55"/>
            <p:cNvSpPr/>
            <p:nvPr/>
          </p:nvSpPr>
          <p:spPr>
            <a:xfrm>
              <a:off x="50800" y="48585"/>
              <a:ext cx="68677" cy="159724"/>
            </a:xfrm>
            <a:custGeom>
              <a:avLst/>
              <a:gdLst/>
              <a:ahLst/>
              <a:cxnLst/>
              <a:rect l="l" t="t" r="r" b="b"/>
              <a:pathLst>
                <a:path w="68677" h="159724">
                  <a:moveTo>
                    <a:pt x="57150" y="25075"/>
                  </a:moveTo>
                  <a:cubicBezTo>
                    <a:pt x="41910" y="119055"/>
                    <a:pt x="62230" y="115245"/>
                    <a:pt x="66040" y="122865"/>
                  </a:cubicBezTo>
                  <a:cubicBezTo>
                    <a:pt x="69850" y="129215"/>
                    <a:pt x="68580" y="148265"/>
                    <a:pt x="62230" y="153345"/>
                  </a:cubicBezTo>
                  <a:cubicBezTo>
                    <a:pt x="55880" y="158425"/>
                    <a:pt x="30480" y="158425"/>
                    <a:pt x="25400" y="152075"/>
                  </a:cubicBezTo>
                  <a:cubicBezTo>
                    <a:pt x="19050" y="145725"/>
                    <a:pt x="21590" y="122865"/>
                    <a:pt x="27940" y="115245"/>
                  </a:cubicBezTo>
                  <a:cubicBezTo>
                    <a:pt x="33020" y="110165"/>
                    <a:pt x="44450" y="108895"/>
                    <a:pt x="50800" y="111435"/>
                  </a:cubicBezTo>
                  <a:cubicBezTo>
                    <a:pt x="58420" y="112705"/>
                    <a:pt x="67310" y="120325"/>
                    <a:pt x="68580" y="127945"/>
                  </a:cubicBezTo>
                  <a:cubicBezTo>
                    <a:pt x="69850" y="136835"/>
                    <a:pt x="58420" y="159695"/>
                    <a:pt x="50800" y="159695"/>
                  </a:cubicBezTo>
                  <a:cubicBezTo>
                    <a:pt x="39370" y="160965"/>
                    <a:pt x="11430" y="119055"/>
                    <a:pt x="5080" y="102545"/>
                  </a:cubicBezTo>
                  <a:cubicBezTo>
                    <a:pt x="0" y="92385"/>
                    <a:pt x="0" y="86035"/>
                    <a:pt x="0" y="74605"/>
                  </a:cubicBezTo>
                  <a:cubicBezTo>
                    <a:pt x="1270" y="56825"/>
                    <a:pt x="6350" y="13645"/>
                    <a:pt x="17780" y="4755"/>
                  </a:cubicBezTo>
                  <a:cubicBezTo>
                    <a:pt x="24130" y="-325"/>
                    <a:pt x="34290" y="-1595"/>
                    <a:pt x="40640" y="2215"/>
                  </a:cubicBezTo>
                  <a:cubicBezTo>
                    <a:pt x="48260" y="4755"/>
                    <a:pt x="57150" y="25075"/>
                    <a:pt x="57150" y="25075"/>
                  </a:cubicBezTo>
                </a:path>
              </a:pathLst>
            </a:custGeom>
            <a:solidFill>
              <a:srgbClr val="01184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4719638" y="4646295"/>
            <a:ext cx="111442" cy="108585"/>
            <a:chOff x="0" y="0"/>
            <a:chExt cx="148590" cy="144780"/>
          </a:xfrm>
        </p:grpSpPr>
        <p:sp>
          <p:nvSpPr>
            <p:cNvPr id="57" name="Freeform 57"/>
            <p:cNvSpPr/>
            <p:nvPr/>
          </p:nvSpPr>
          <p:spPr>
            <a:xfrm>
              <a:off x="49050" y="49054"/>
              <a:ext cx="47470" cy="40785"/>
            </a:xfrm>
            <a:custGeom>
              <a:avLst/>
              <a:gdLst/>
              <a:ahLst/>
              <a:cxnLst/>
              <a:rect l="l" t="t" r="r" b="b"/>
              <a:pathLst>
                <a:path w="47470" h="40785">
                  <a:moveTo>
                    <a:pt x="47470" y="14446"/>
                  </a:moveTo>
                  <a:cubicBezTo>
                    <a:pt x="25880" y="48736"/>
                    <a:pt x="5560" y="42386"/>
                    <a:pt x="1750" y="34766"/>
                  </a:cubicBezTo>
                  <a:cubicBezTo>
                    <a:pt x="-2060" y="28416"/>
                    <a:pt x="480" y="6826"/>
                    <a:pt x="8100" y="1746"/>
                  </a:cubicBezTo>
                  <a:cubicBezTo>
                    <a:pt x="14450" y="-3334"/>
                    <a:pt x="41120" y="4286"/>
                    <a:pt x="41120" y="4286"/>
                  </a:cubicBezTo>
                </a:path>
              </a:pathLst>
            </a:custGeom>
            <a:solidFill>
              <a:srgbClr val="01184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4710112" y="4623435"/>
            <a:ext cx="111442" cy="108585"/>
            <a:chOff x="0" y="0"/>
            <a:chExt cx="148590" cy="144780"/>
          </a:xfrm>
        </p:grpSpPr>
        <p:sp>
          <p:nvSpPr>
            <p:cNvPr id="59" name="Freeform 59"/>
            <p:cNvSpPr/>
            <p:nvPr/>
          </p:nvSpPr>
          <p:spPr>
            <a:xfrm>
              <a:off x="49280" y="49054"/>
              <a:ext cx="48510" cy="40785"/>
            </a:xfrm>
            <a:custGeom>
              <a:avLst/>
              <a:gdLst/>
              <a:ahLst/>
              <a:cxnLst/>
              <a:rect l="l" t="t" r="r" b="b"/>
              <a:pathLst>
                <a:path w="48510" h="40785">
                  <a:moveTo>
                    <a:pt x="4851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8416"/>
                    <a:pt x="1520" y="6826"/>
                    <a:pt x="7870" y="1746"/>
                  </a:cubicBezTo>
                  <a:cubicBezTo>
                    <a:pt x="14220" y="-3334"/>
                    <a:pt x="42160" y="4286"/>
                    <a:pt x="42160" y="4286"/>
                  </a:cubicBezTo>
                </a:path>
              </a:pathLst>
            </a:custGeom>
            <a:solidFill>
              <a:srgbClr val="01184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4710112" y="4655820"/>
            <a:ext cx="111442" cy="108585"/>
            <a:chOff x="0" y="0"/>
            <a:chExt cx="148590" cy="144780"/>
          </a:xfrm>
        </p:grpSpPr>
        <p:sp>
          <p:nvSpPr>
            <p:cNvPr id="61" name="Freeform 61"/>
            <p:cNvSpPr/>
            <p:nvPr/>
          </p:nvSpPr>
          <p:spPr>
            <a:xfrm>
              <a:off x="49280" y="48830"/>
              <a:ext cx="48510" cy="41009"/>
            </a:xfrm>
            <a:custGeom>
              <a:avLst/>
              <a:gdLst/>
              <a:ahLst/>
              <a:cxnLst/>
              <a:rect l="l" t="t" r="r" b="b"/>
              <a:pathLst>
                <a:path w="48510" h="41009">
                  <a:moveTo>
                    <a:pt x="48510" y="14670"/>
                  </a:moveTo>
                  <a:cubicBezTo>
                    <a:pt x="26920" y="48960"/>
                    <a:pt x="6600" y="42610"/>
                    <a:pt x="1520" y="34990"/>
                  </a:cubicBezTo>
                  <a:cubicBezTo>
                    <a:pt x="-2290" y="27370"/>
                    <a:pt x="1520" y="7050"/>
                    <a:pt x="7870" y="1970"/>
                  </a:cubicBezTo>
                  <a:cubicBezTo>
                    <a:pt x="14220" y="-3110"/>
                    <a:pt x="42160" y="3240"/>
                    <a:pt x="42160" y="3240"/>
                  </a:cubicBezTo>
                </a:path>
              </a:pathLst>
            </a:custGeom>
            <a:solidFill>
              <a:srgbClr val="01184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4859655" y="2265998"/>
            <a:ext cx="111442" cy="108585"/>
            <a:chOff x="0" y="0"/>
            <a:chExt cx="148590" cy="144780"/>
          </a:xfrm>
        </p:grpSpPr>
        <p:sp>
          <p:nvSpPr>
            <p:cNvPr id="63" name="Freeform 63"/>
            <p:cNvSpPr/>
            <p:nvPr/>
          </p:nvSpPr>
          <p:spPr>
            <a:xfrm>
              <a:off x="49280" y="48830"/>
              <a:ext cx="47240" cy="40010"/>
            </a:xfrm>
            <a:custGeom>
              <a:avLst/>
              <a:gdLst/>
              <a:ahLst/>
              <a:cxnLst/>
              <a:rect l="l" t="t" r="r" b="b"/>
              <a:pathLst>
                <a:path w="47240" h="40010">
                  <a:moveTo>
                    <a:pt x="47240" y="13400"/>
                  </a:moveTo>
                  <a:cubicBezTo>
                    <a:pt x="25650" y="47690"/>
                    <a:pt x="6600" y="41340"/>
                    <a:pt x="1520" y="34990"/>
                  </a:cubicBezTo>
                  <a:cubicBezTo>
                    <a:pt x="-2290" y="27370"/>
                    <a:pt x="1520" y="7050"/>
                    <a:pt x="7870" y="1970"/>
                  </a:cubicBezTo>
                  <a:cubicBezTo>
                    <a:pt x="14220" y="-3110"/>
                    <a:pt x="40890" y="3240"/>
                    <a:pt x="40890" y="3240"/>
                  </a:cubicBezTo>
                </a:path>
              </a:pathLst>
            </a:custGeom>
            <a:solidFill>
              <a:srgbClr val="01184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5916930" y="4583430"/>
            <a:ext cx="134302" cy="198120"/>
            <a:chOff x="0" y="0"/>
            <a:chExt cx="179070" cy="264160"/>
          </a:xfrm>
        </p:grpSpPr>
        <p:sp>
          <p:nvSpPr>
            <p:cNvPr id="65" name="Freeform 65"/>
            <p:cNvSpPr/>
            <p:nvPr/>
          </p:nvSpPr>
          <p:spPr>
            <a:xfrm>
              <a:off x="50603" y="50607"/>
              <a:ext cx="80715" cy="162893"/>
            </a:xfrm>
            <a:custGeom>
              <a:avLst/>
              <a:gdLst/>
              <a:ahLst/>
              <a:cxnLst/>
              <a:rect l="l" t="t" r="r" b="b"/>
              <a:pathLst>
                <a:path w="80715" h="162893">
                  <a:moveTo>
                    <a:pt x="71317" y="40833"/>
                  </a:moveTo>
                  <a:cubicBezTo>
                    <a:pt x="73857" y="132273"/>
                    <a:pt x="68777" y="138623"/>
                    <a:pt x="62427" y="141163"/>
                  </a:cubicBezTo>
                  <a:cubicBezTo>
                    <a:pt x="54807" y="143703"/>
                    <a:pt x="44647" y="143703"/>
                    <a:pt x="38297" y="138623"/>
                  </a:cubicBezTo>
                  <a:cubicBezTo>
                    <a:pt x="29407" y="131003"/>
                    <a:pt x="21787" y="95443"/>
                    <a:pt x="26867" y="86553"/>
                  </a:cubicBezTo>
                  <a:cubicBezTo>
                    <a:pt x="31947" y="80203"/>
                    <a:pt x="49727" y="75123"/>
                    <a:pt x="54807" y="78933"/>
                  </a:cubicBezTo>
                  <a:cubicBezTo>
                    <a:pt x="61157" y="82743"/>
                    <a:pt x="57347" y="99253"/>
                    <a:pt x="57347" y="110683"/>
                  </a:cubicBezTo>
                  <a:cubicBezTo>
                    <a:pt x="57347" y="122113"/>
                    <a:pt x="61157" y="139893"/>
                    <a:pt x="54807" y="148783"/>
                  </a:cubicBezTo>
                  <a:cubicBezTo>
                    <a:pt x="49727" y="156403"/>
                    <a:pt x="37027" y="164023"/>
                    <a:pt x="29407" y="162753"/>
                  </a:cubicBezTo>
                  <a:cubicBezTo>
                    <a:pt x="20517" y="161483"/>
                    <a:pt x="10357" y="150053"/>
                    <a:pt x="6547" y="137353"/>
                  </a:cubicBezTo>
                  <a:cubicBezTo>
                    <a:pt x="-1073" y="111953"/>
                    <a:pt x="9087" y="31943"/>
                    <a:pt x="23057" y="12893"/>
                  </a:cubicBezTo>
                  <a:cubicBezTo>
                    <a:pt x="29407" y="4003"/>
                    <a:pt x="40837" y="-1077"/>
                    <a:pt x="48457" y="193"/>
                  </a:cubicBezTo>
                  <a:cubicBezTo>
                    <a:pt x="56077" y="1463"/>
                    <a:pt x="64967" y="10353"/>
                    <a:pt x="70047" y="20513"/>
                  </a:cubicBezTo>
                  <a:cubicBezTo>
                    <a:pt x="77667" y="40833"/>
                    <a:pt x="73857" y="103063"/>
                    <a:pt x="63697" y="123383"/>
                  </a:cubicBezTo>
                  <a:cubicBezTo>
                    <a:pt x="58617" y="133543"/>
                    <a:pt x="49727" y="142433"/>
                    <a:pt x="42107" y="142433"/>
                  </a:cubicBezTo>
                  <a:cubicBezTo>
                    <a:pt x="33217" y="142433"/>
                    <a:pt x="20517" y="134813"/>
                    <a:pt x="14167" y="123383"/>
                  </a:cubicBezTo>
                  <a:cubicBezTo>
                    <a:pt x="2737" y="103063"/>
                    <a:pt x="197" y="26863"/>
                    <a:pt x="10357" y="12893"/>
                  </a:cubicBezTo>
                  <a:cubicBezTo>
                    <a:pt x="15437" y="7813"/>
                    <a:pt x="28137" y="7813"/>
                    <a:pt x="34487" y="10353"/>
                  </a:cubicBezTo>
                  <a:cubicBezTo>
                    <a:pt x="40837" y="12893"/>
                    <a:pt x="49727" y="20513"/>
                    <a:pt x="49727" y="28133"/>
                  </a:cubicBezTo>
                  <a:cubicBezTo>
                    <a:pt x="50997" y="37023"/>
                    <a:pt x="38297" y="57343"/>
                    <a:pt x="30677" y="58613"/>
                  </a:cubicBezTo>
                  <a:cubicBezTo>
                    <a:pt x="21787" y="61153"/>
                    <a:pt x="2737" y="45913"/>
                    <a:pt x="197" y="37023"/>
                  </a:cubicBezTo>
                  <a:cubicBezTo>
                    <a:pt x="-1073" y="30673"/>
                    <a:pt x="4007" y="19243"/>
                    <a:pt x="9087" y="15433"/>
                  </a:cubicBezTo>
                  <a:cubicBezTo>
                    <a:pt x="14167" y="10353"/>
                    <a:pt x="24327" y="7813"/>
                    <a:pt x="31947" y="9083"/>
                  </a:cubicBezTo>
                  <a:cubicBezTo>
                    <a:pt x="38297" y="11623"/>
                    <a:pt x="47187" y="17973"/>
                    <a:pt x="49727" y="25593"/>
                  </a:cubicBezTo>
                  <a:cubicBezTo>
                    <a:pt x="50997" y="33213"/>
                    <a:pt x="37027" y="49723"/>
                    <a:pt x="40837" y="54803"/>
                  </a:cubicBezTo>
                  <a:cubicBezTo>
                    <a:pt x="43377" y="59883"/>
                    <a:pt x="58617" y="52263"/>
                    <a:pt x="63697" y="57343"/>
                  </a:cubicBezTo>
                  <a:cubicBezTo>
                    <a:pt x="72587" y="67503"/>
                    <a:pt x="70047" y="108143"/>
                    <a:pt x="63697" y="123383"/>
                  </a:cubicBezTo>
                  <a:cubicBezTo>
                    <a:pt x="59887" y="132273"/>
                    <a:pt x="49727" y="142433"/>
                    <a:pt x="42107" y="142433"/>
                  </a:cubicBezTo>
                  <a:cubicBezTo>
                    <a:pt x="33217" y="142433"/>
                    <a:pt x="20517" y="134813"/>
                    <a:pt x="14167" y="123383"/>
                  </a:cubicBezTo>
                  <a:cubicBezTo>
                    <a:pt x="5277" y="103063"/>
                    <a:pt x="10357" y="30673"/>
                    <a:pt x="23057" y="12893"/>
                  </a:cubicBezTo>
                  <a:cubicBezTo>
                    <a:pt x="29407" y="4003"/>
                    <a:pt x="40837" y="-1077"/>
                    <a:pt x="48457" y="193"/>
                  </a:cubicBezTo>
                  <a:cubicBezTo>
                    <a:pt x="56077" y="1463"/>
                    <a:pt x="64967" y="9083"/>
                    <a:pt x="70047" y="20513"/>
                  </a:cubicBezTo>
                  <a:cubicBezTo>
                    <a:pt x="77667" y="43373"/>
                    <a:pt x="70047" y="120843"/>
                    <a:pt x="57347" y="143703"/>
                  </a:cubicBezTo>
                  <a:cubicBezTo>
                    <a:pt x="49727" y="155133"/>
                    <a:pt x="38297" y="162753"/>
                    <a:pt x="29407" y="162753"/>
                  </a:cubicBezTo>
                  <a:cubicBezTo>
                    <a:pt x="21787" y="162753"/>
                    <a:pt x="11627" y="153863"/>
                    <a:pt x="7817" y="143703"/>
                  </a:cubicBezTo>
                  <a:cubicBezTo>
                    <a:pt x="197" y="124653"/>
                    <a:pt x="1467" y="67503"/>
                    <a:pt x="12897" y="50993"/>
                  </a:cubicBezTo>
                  <a:cubicBezTo>
                    <a:pt x="20517" y="40833"/>
                    <a:pt x="38297" y="35753"/>
                    <a:pt x="48457" y="37023"/>
                  </a:cubicBezTo>
                  <a:cubicBezTo>
                    <a:pt x="58617" y="38293"/>
                    <a:pt x="68777" y="47183"/>
                    <a:pt x="73857" y="57343"/>
                  </a:cubicBezTo>
                  <a:cubicBezTo>
                    <a:pt x="81477" y="72583"/>
                    <a:pt x="82747" y="108143"/>
                    <a:pt x="77667" y="123383"/>
                  </a:cubicBezTo>
                  <a:cubicBezTo>
                    <a:pt x="73857" y="132273"/>
                    <a:pt x="63697" y="141163"/>
                    <a:pt x="56077" y="142433"/>
                  </a:cubicBezTo>
                  <a:cubicBezTo>
                    <a:pt x="47187" y="142433"/>
                    <a:pt x="34487" y="134813"/>
                    <a:pt x="28137" y="123383"/>
                  </a:cubicBezTo>
                  <a:cubicBezTo>
                    <a:pt x="17977" y="105603"/>
                    <a:pt x="12897" y="52263"/>
                    <a:pt x="21787" y="34483"/>
                  </a:cubicBezTo>
                  <a:cubicBezTo>
                    <a:pt x="26867" y="24323"/>
                    <a:pt x="40837" y="14163"/>
                    <a:pt x="48457" y="15433"/>
                  </a:cubicBezTo>
                  <a:cubicBezTo>
                    <a:pt x="57347" y="16703"/>
                    <a:pt x="71317" y="40833"/>
                    <a:pt x="71317" y="40833"/>
                  </a:cubicBezTo>
                </a:path>
              </a:pathLst>
            </a:custGeom>
            <a:solidFill>
              <a:srgbClr val="8FA4C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5835968" y="4599622"/>
            <a:ext cx="119062" cy="164783"/>
            <a:chOff x="0" y="0"/>
            <a:chExt cx="158750" cy="219710"/>
          </a:xfrm>
        </p:grpSpPr>
        <p:sp>
          <p:nvSpPr>
            <p:cNvPr id="67" name="Freeform 67"/>
            <p:cNvSpPr/>
            <p:nvPr/>
          </p:nvSpPr>
          <p:spPr>
            <a:xfrm>
              <a:off x="48211" y="50800"/>
              <a:ext cx="59739" cy="119106"/>
            </a:xfrm>
            <a:custGeom>
              <a:avLst/>
              <a:gdLst/>
              <a:ahLst/>
              <a:cxnLst/>
              <a:rect l="l" t="t" r="r" b="b"/>
              <a:pathLst>
                <a:path w="59739" h="119106">
                  <a:moveTo>
                    <a:pt x="59739" y="30480"/>
                  </a:moveTo>
                  <a:cubicBezTo>
                    <a:pt x="40689" y="116840"/>
                    <a:pt x="25449" y="120650"/>
                    <a:pt x="17829" y="116840"/>
                  </a:cubicBezTo>
                  <a:cubicBezTo>
                    <a:pt x="10209" y="113030"/>
                    <a:pt x="2589" y="91440"/>
                    <a:pt x="5129" y="82550"/>
                  </a:cubicBezTo>
                  <a:cubicBezTo>
                    <a:pt x="6399" y="76200"/>
                    <a:pt x="16559" y="68580"/>
                    <a:pt x="24179" y="68580"/>
                  </a:cubicBezTo>
                  <a:cubicBezTo>
                    <a:pt x="31799" y="67310"/>
                    <a:pt x="47039" y="76200"/>
                    <a:pt x="50849" y="82550"/>
                  </a:cubicBezTo>
                  <a:cubicBezTo>
                    <a:pt x="54659" y="90170"/>
                    <a:pt x="49579" y="107950"/>
                    <a:pt x="43229" y="113030"/>
                  </a:cubicBezTo>
                  <a:cubicBezTo>
                    <a:pt x="39419" y="118110"/>
                    <a:pt x="26719" y="120650"/>
                    <a:pt x="20369" y="118110"/>
                  </a:cubicBezTo>
                  <a:cubicBezTo>
                    <a:pt x="12749" y="115570"/>
                    <a:pt x="5129" y="104140"/>
                    <a:pt x="2589" y="93980"/>
                  </a:cubicBezTo>
                  <a:cubicBezTo>
                    <a:pt x="-2491" y="76200"/>
                    <a:pt x="49" y="36830"/>
                    <a:pt x="8939" y="20320"/>
                  </a:cubicBezTo>
                  <a:cubicBezTo>
                    <a:pt x="15289" y="10160"/>
                    <a:pt x="27989" y="0"/>
                    <a:pt x="36879" y="0"/>
                  </a:cubicBezTo>
                  <a:cubicBezTo>
                    <a:pt x="44499" y="1270"/>
                    <a:pt x="59739" y="30480"/>
                    <a:pt x="59739" y="30480"/>
                  </a:cubicBezTo>
                </a:path>
              </a:pathLst>
            </a:custGeom>
            <a:solidFill>
              <a:srgbClr val="8FA4C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5921692" y="5116830"/>
            <a:ext cx="132398" cy="228600"/>
            <a:chOff x="0" y="0"/>
            <a:chExt cx="176530" cy="304800"/>
          </a:xfrm>
        </p:grpSpPr>
        <p:sp>
          <p:nvSpPr>
            <p:cNvPr id="69" name="Freeform 69"/>
            <p:cNvSpPr/>
            <p:nvPr/>
          </p:nvSpPr>
          <p:spPr>
            <a:xfrm>
              <a:off x="46333" y="50608"/>
              <a:ext cx="70189" cy="203513"/>
            </a:xfrm>
            <a:custGeom>
              <a:avLst/>
              <a:gdLst/>
              <a:ahLst/>
              <a:cxnLst/>
              <a:rect l="l" t="t" r="r" b="b"/>
              <a:pathLst>
                <a:path w="70189" h="203513">
                  <a:moveTo>
                    <a:pt x="67967" y="48452"/>
                  </a:moveTo>
                  <a:cubicBezTo>
                    <a:pt x="74317" y="134812"/>
                    <a:pt x="62887" y="141162"/>
                    <a:pt x="53997" y="141162"/>
                  </a:cubicBezTo>
                  <a:cubicBezTo>
                    <a:pt x="45107" y="142432"/>
                    <a:pt x="29867" y="133542"/>
                    <a:pt x="22247" y="123382"/>
                  </a:cubicBezTo>
                  <a:cubicBezTo>
                    <a:pt x="10817" y="104332"/>
                    <a:pt x="1927" y="47182"/>
                    <a:pt x="10817" y="30672"/>
                  </a:cubicBezTo>
                  <a:cubicBezTo>
                    <a:pt x="15897" y="21782"/>
                    <a:pt x="28597" y="16702"/>
                    <a:pt x="36217" y="17972"/>
                  </a:cubicBezTo>
                  <a:cubicBezTo>
                    <a:pt x="45107" y="19242"/>
                    <a:pt x="53997" y="30672"/>
                    <a:pt x="59077" y="43372"/>
                  </a:cubicBezTo>
                  <a:cubicBezTo>
                    <a:pt x="66697" y="64962"/>
                    <a:pt x="73047" y="129732"/>
                    <a:pt x="60347" y="146242"/>
                  </a:cubicBezTo>
                  <a:cubicBezTo>
                    <a:pt x="52727" y="157672"/>
                    <a:pt x="32407" y="162752"/>
                    <a:pt x="24787" y="160212"/>
                  </a:cubicBezTo>
                  <a:cubicBezTo>
                    <a:pt x="18437" y="157672"/>
                    <a:pt x="14627" y="150052"/>
                    <a:pt x="12087" y="139892"/>
                  </a:cubicBezTo>
                  <a:cubicBezTo>
                    <a:pt x="4467" y="117032"/>
                    <a:pt x="1927" y="33212"/>
                    <a:pt x="14627" y="14162"/>
                  </a:cubicBezTo>
                  <a:cubicBezTo>
                    <a:pt x="20977" y="4002"/>
                    <a:pt x="32407" y="-1078"/>
                    <a:pt x="40027" y="192"/>
                  </a:cubicBezTo>
                  <a:cubicBezTo>
                    <a:pt x="47647" y="1462"/>
                    <a:pt x="56537" y="7812"/>
                    <a:pt x="61617" y="19242"/>
                  </a:cubicBezTo>
                  <a:cubicBezTo>
                    <a:pt x="73047" y="45912"/>
                    <a:pt x="69237" y="148782"/>
                    <a:pt x="57807" y="177992"/>
                  </a:cubicBezTo>
                  <a:cubicBezTo>
                    <a:pt x="52727" y="191962"/>
                    <a:pt x="43837" y="202122"/>
                    <a:pt x="36217" y="203392"/>
                  </a:cubicBezTo>
                  <a:cubicBezTo>
                    <a:pt x="27327" y="204662"/>
                    <a:pt x="14627" y="195772"/>
                    <a:pt x="8277" y="184342"/>
                  </a:cubicBezTo>
                  <a:cubicBezTo>
                    <a:pt x="-5693" y="157672"/>
                    <a:pt x="-613" y="44642"/>
                    <a:pt x="13357" y="19242"/>
                  </a:cubicBezTo>
                  <a:cubicBezTo>
                    <a:pt x="19707" y="7812"/>
                    <a:pt x="31137" y="1462"/>
                    <a:pt x="38757" y="1462"/>
                  </a:cubicBezTo>
                  <a:cubicBezTo>
                    <a:pt x="47647" y="2732"/>
                    <a:pt x="61617" y="21782"/>
                    <a:pt x="62887" y="30672"/>
                  </a:cubicBezTo>
                  <a:cubicBezTo>
                    <a:pt x="62887" y="37022"/>
                    <a:pt x="55267" y="47182"/>
                    <a:pt x="48917" y="49722"/>
                  </a:cubicBezTo>
                  <a:cubicBezTo>
                    <a:pt x="41297" y="53532"/>
                    <a:pt x="24787" y="49722"/>
                    <a:pt x="18437" y="44642"/>
                  </a:cubicBezTo>
                  <a:cubicBezTo>
                    <a:pt x="13357" y="39562"/>
                    <a:pt x="9547" y="28132"/>
                    <a:pt x="12087" y="21782"/>
                  </a:cubicBezTo>
                  <a:cubicBezTo>
                    <a:pt x="14627" y="14162"/>
                    <a:pt x="27327" y="1462"/>
                    <a:pt x="36217" y="1462"/>
                  </a:cubicBezTo>
                  <a:cubicBezTo>
                    <a:pt x="43837" y="2732"/>
                    <a:pt x="56537" y="12892"/>
                    <a:pt x="62887" y="26862"/>
                  </a:cubicBezTo>
                  <a:cubicBezTo>
                    <a:pt x="74317" y="56072"/>
                    <a:pt x="69237" y="157672"/>
                    <a:pt x="57807" y="184342"/>
                  </a:cubicBezTo>
                  <a:cubicBezTo>
                    <a:pt x="51457" y="195772"/>
                    <a:pt x="43837" y="203392"/>
                    <a:pt x="36217" y="203392"/>
                  </a:cubicBezTo>
                  <a:cubicBezTo>
                    <a:pt x="27327" y="203392"/>
                    <a:pt x="14627" y="195772"/>
                    <a:pt x="8277" y="184342"/>
                  </a:cubicBezTo>
                  <a:cubicBezTo>
                    <a:pt x="-5693" y="156402"/>
                    <a:pt x="-613" y="38292"/>
                    <a:pt x="14627" y="14162"/>
                  </a:cubicBezTo>
                  <a:cubicBezTo>
                    <a:pt x="20977" y="4002"/>
                    <a:pt x="32407" y="-1078"/>
                    <a:pt x="40027" y="192"/>
                  </a:cubicBezTo>
                  <a:cubicBezTo>
                    <a:pt x="48917" y="1462"/>
                    <a:pt x="57807" y="12892"/>
                    <a:pt x="62887" y="25592"/>
                  </a:cubicBezTo>
                  <a:cubicBezTo>
                    <a:pt x="71777" y="49722"/>
                    <a:pt x="74317" y="127192"/>
                    <a:pt x="60347" y="146242"/>
                  </a:cubicBezTo>
                  <a:cubicBezTo>
                    <a:pt x="52727" y="157672"/>
                    <a:pt x="33677" y="164022"/>
                    <a:pt x="24787" y="160212"/>
                  </a:cubicBezTo>
                  <a:cubicBezTo>
                    <a:pt x="13357" y="153862"/>
                    <a:pt x="7007" y="118302"/>
                    <a:pt x="4467" y="96712"/>
                  </a:cubicBezTo>
                  <a:cubicBezTo>
                    <a:pt x="3197" y="75122"/>
                    <a:pt x="1927" y="44642"/>
                    <a:pt x="10817" y="30672"/>
                  </a:cubicBezTo>
                  <a:cubicBezTo>
                    <a:pt x="15897" y="23052"/>
                    <a:pt x="28597" y="16702"/>
                    <a:pt x="36217" y="17972"/>
                  </a:cubicBezTo>
                  <a:cubicBezTo>
                    <a:pt x="43837" y="19242"/>
                    <a:pt x="53997" y="28132"/>
                    <a:pt x="57807" y="37022"/>
                  </a:cubicBezTo>
                  <a:cubicBezTo>
                    <a:pt x="65427" y="50992"/>
                    <a:pt x="69237" y="86552"/>
                    <a:pt x="61617" y="96712"/>
                  </a:cubicBezTo>
                  <a:cubicBezTo>
                    <a:pt x="56537" y="104332"/>
                    <a:pt x="38757" y="109412"/>
                    <a:pt x="31137" y="104332"/>
                  </a:cubicBezTo>
                  <a:cubicBezTo>
                    <a:pt x="22247" y="97982"/>
                    <a:pt x="14627" y="54802"/>
                    <a:pt x="20977" y="42102"/>
                  </a:cubicBezTo>
                  <a:cubicBezTo>
                    <a:pt x="26057" y="34482"/>
                    <a:pt x="38757" y="28132"/>
                    <a:pt x="46377" y="29402"/>
                  </a:cubicBezTo>
                  <a:cubicBezTo>
                    <a:pt x="55267" y="30672"/>
                    <a:pt x="67967" y="48452"/>
                    <a:pt x="67967" y="48452"/>
                  </a:cubicBezTo>
                </a:path>
              </a:pathLst>
            </a:custGeom>
            <a:solidFill>
              <a:srgbClr val="8FA4C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5806440" y="5128260"/>
            <a:ext cx="149542" cy="200978"/>
            <a:chOff x="0" y="0"/>
            <a:chExt cx="199390" cy="267970"/>
          </a:xfrm>
        </p:grpSpPr>
        <p:sp>
          <p:nvSpPr>
            <p:cNvPr id="71" name="Freeform 71"/>
            <p:cNvSpPr/>
            <p:nvPr/>
          </p:nvSpPr>
          <p:spPr>
            <a:xfrm>
              <a:off x="49915" y="50146"/>
              <a:ext cx="103922" cy="167024"/>
            </a:xfrm>
            <a:custGeom>
              <a:avLst/>
              <a:gdLst/>
              <a:ahLst/>
              <a:cxnLst/>
              <a:rect l="l" t="t" r="r" b="b"/>
              <a:pathLst>
                <a:path w="103922" h="167024">
                  <a:moveTo>
                    <a:pt x="68195" y="42564"/>
                  </a:moveTo>
                  <a:cubicBezTo>
                    <a:pt x="36445" y="126384"/>
                    <a:pt x="23745" y="128924"/>
                    <a:pt x="16125" y="126384"/>
                  </a:cubicBezTo>
                  <a:cubicBezTo>
                    <a:pt x="9775" y="123844"/>
                    <a:pt x="2155" y="116224"/>
                    <a:pt x="885" y="108604"/>
                  </a:cubicBezTo>
                  <a:cubicBezTo>
                    <a:pt x="-2925" y="93364"/>
                    <a:pt x="12315" y="55264"/>
                    <a:pt x="25015" y="38754"/>
                  </a:cubicBezTo>
                  <a:cubicBezTo>
                    <a:pt x="33905" y="24784"/>
                    <a:pt x="47875" y="10814"/>
                    <a:pt x="59305" y="9544"/>
                  </a:cubicBezTo>
                  <a:cubicBezTo>
                    <a:pt x="69465" y="9544"/>
                    <a:pt x="83435" y="18434"/>
                    <a:pt x="88515" y="29864"/>
                  </a:cubicBezTo>
                  <a:cubicBezTo>
                    <a:pt x="97405" y="48914"/>
                    <a:pt x="89785" y="112414"/>
                    <a:pt x="77085" y="126384"/>
                  </a:cubicBezTo>
                  <a:cubicBezTo>
                    <a:pt x="70735" y="134004"/>
                    <a:pt x="56765" y="135274"/>
                    <a:pt x="49145" y="132734"/>
                  </a:cubicBezTo>
                  <a:cubicBezTo>
                    <a:pt x="41525" y="130194"/>
                    <a:pt x="35175" y="120034"/>
                    <a:pt x="32635" y="108604"/>
                  </a:cubicBezTo>
                  <a:cubicBezTo>
                    <a:pt x="28825" y="88284"/>
                    <a:pt x="36445" y="28594"/>
                    <a:pt x="49145" y="12084"/>
                  </a:cubicBezTo>
                  <a:cubicBezTo>
                    <a:pt x="56765" y="3194"/>
                    <a:pt x="73275" y="-1886"/>
                    <a:pt x="80895" y="654"/>
                  </a:cubicBezTo>
                  <a:cubicBezTo>
                    <a:pt x="88515" y="3194"/>
                    <a:pt x="93595" y="12084"/>
                    <a:pt x="97405" y="24784"/>
                  </a:cubicBezTo>
                  <a:cubicBezTo>
                    <a:pt x="105025" y="48914"/>
                    <a:pt x="107565" y="127654"/>
                    <a:pt x="96135" y="149244"/>
                  </a:cubicBezTo>
                  <a:cubicBezTo>
                    <a:pt x="89785" y="159404"/>
                    <a:pt x="78355" y="165754"/>
                    <a:pt x="70735" y="167024"/>
                  </a:cubicBezTo>
                  <a:cubicBezTo>
                    <a:pt x="63115" y="167024"/>
                    <a:pt x="54225" y="160674"/>
                    <a:pt x="50415" y="154324"/>
                  </a:cubicBezTo>
                  <a:cubicBezTo>
                    <a:pt x="46605" y="147974"/>
                    <a:pt x="45335" y="136544"/>
                    <a:pt x="49145" y="130194"/>
                  </a:cubicBezTo>
                  <a:cubicBezTo>
                    <a:pt x="52955" y="123844"/>
                    <a:pt x="68195" y="114954"/>
                    <a:pt x="75815" y="116224"/>
                  </a:cubicBezTo>
                  <a:cubicBezTo>
                    <a:pt x="84705" y="117494"/>
                    <a:pt x="96135" y="130194"/>
                    <a:pt x="97405" y="139084"/>
                  </a:cubicBezTo>
                  <a:cubicBezTo>
                    <a:pt x="98675" y="145434"/>
                    <a:pt x="93595" y="155594"/>
                    <a:pt x="88515" y="160674"/>
                  </a:cubicBezTo>
                  <a:cubicBezTo>
                    <a:pt x="83435" y="164484"/>
                    <a:pt x="72005" y="168294"/>
                    <a:pt x="65655" y="165754"/>
                  </a:cubicBezTo>
                  <a:cubicBezTo>
                    <a:pt x="58035" y="163214"/>
                    <a:pt x="50415" y="153054"/>
                    <a:pt x="46605" y="141624"/>
                  </a:cubicBezTo>
                  <a:cubicBezTo>
                    <a:pt x="38985" y="116224"/>
                    <a:pt x="33905" y="40024"/>
                    <a:pt x="47875" y="18434"/>
                  </a:cubicBezTo>
                  <a:cubicBezTo>
                    <a:pt x="54225" y="5734"/>
                    <a:pt x="72005" y="-616"/>
                    <a:pt x="80895" y="654"/>
                  </a:cubicBezTo>
                  <a:cubicBezTo>
                    <a:pt x="87245" y="1924"/>
                    <a:pt x="93595" y="9544"/>
                    <a:pt x="96135" y="18434"/>
                  </a:cubicBezTo>
                  <a:cubicBezTo>
                    <a:pt x="102485" y="32404"/>
                    <a:pt x="99945" y="62884"/>
                    <a:pt x="96135" y="80664"/>
                  </a:cubicBezTo>
                  <a:cubicBezTo>
                    <a:pt x="93595" y="98444"/>
                    <a:pt x="87245" y="117494"/>
                    <a:pt x="77085" y="126384"/>
                  </a:cubicBezTo>
                  <a:cubicBezTo>
                    <a:pt x="69465" y="132734"/>
                    <a:pt x="56765" y="135274"/>
                    <a:pt x="49145" y="132734"/>
                  </a:cubicBezTo>
                  <a:cubicBezTo>
                    <a:pt x="41525" y="130194"/>
                    <a:pt x="35175" y="118764"/>
                    <a:pt x="32635" y="108604"/>
                  </a:cubicBezTo>
                  <a:cubicBezTo>
                    <a:pt x="30095" y="93364"/>
                    <a:pt x="37715" y="55264"/>
                    <a:pt x="47875" y="47644"/>
                  </a:cubicBezTo>
                  <a:cubicBezTo>
                    <a:pt x="54225" y="43834"/>
                    <a:pt x="70735" y="47644"/>
                    <a:pt x="74545" y="52724"/>
                  </a:cubicBezTo>
                  <a:cubicBezTo>
                    <a:pt x="79625" y="64154"/>
                    <a:pt x="52955" y="113684"/>
                    <a:pt x="38985" y="123844"/>
                  </a:cubicBezTo>
                  <a:cubicBezTo>
                    <a:pt x="32635" y="128924"/>
                    <a:pt x="22475" y="128924"/>
                    <a:pt x="16125" y="126384"/>
                  </a:cubicBezTo>
                  <a:cubicBezTo>
                    <a:pt x="9775" y="123844"/>
                    <a:pt x="2155" y="117494"/>
                    <a:pt x="885" y="108604"/>
                  </a:cubicBezTo>
                  <a:cubicBezTo>
                    <a:pt x="-4195" y="89554"/>
                    <a:pt x="13585" y="26054"/>
                    <a:pt x="28825" y="13354"/>
                  </a:cubicBezTo>
                  <a:cubicBezTo>
                    <a:pt x="36445" y="7004"/>
                    <a:pt x="50415" y="5734"/>
                    <a:pt x="56765" y="10814"/>
                  </a:cubicBezTo>
                  <a:cubicBezTo>
                    <a:pt x="64385" y="14624"/>
                    <a:pt x="68195" y="42564"/>
                    <a:pt x="68195" y="42564"/>
                  </a:cubicBezTo>
                </a:path>
              </a:pathLst>
            </a:custGeom>
            <a:solidFill>
              <a:srgbClr val="8FA4C1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 rot="1431734">
            <a:off x="6443288" y="4586854"/>
            <a:ext cx="134302" cy="179070"/>
            <a:chOff x="0" y="0"/>
            <a:chExt cx="179070" cy="238760"/>
          </a:xfrm>
        </p:grpSpPr>
        <p:sp>
          <p:nvSpPr>
            <p:cNvPr id="73" name="Freeform 73"/>
            <p:cNvSpPr/>
            <p:nvPr/>
          </p:nvSpPr>
          <p:spPr>
            <a:xfrm>
              <a:off x="50407" y="49847"/>
              <a:ext cx="77912" cy="136950"/>
            </a:xfrm>
            <a:custGeom>
              <a:avLst/>
              <a:gdLst/>
              <a:ahLst/>
              <a:cxnLst/>
              <a:rect l="l" t="t" r="r" b="b"/>
              <a:pathLst>
                <a:path w="77912" h="136950">
                  <a:moveTo>
                    <a:pt x="18173" y="111443"/>
                  </a:moveTo>
                  <a:cubicBezTo>
                    <a:pt x="43573" y="30163"/>
                    <a:pt x="57543" y="30163"/>
                    <a:pt x="65163" y="35243"/>
                  </a:cubicBezTo>
                  <a:cubicBezTo>
                    <a:pt x="71513" y="40323"/>
                    <a:pt x="77863" y="63183"/>
                    <a:pt x="74053" y="66993"/>
                  </a:cubicBezTo>
                  <a:cubicBezTo>
                    <a:pt x="68973" y="70803"/>
                    <a:pt x="29603" y="53023"/>
                    <a:pt x="29603" y="46673"/>
                  </a:cubicBezTo>
                  <a:cubicBezTo>
                    <a:pt x="28333" y="41593"/>
                    <a:pt x="46113" y="31433"/>
                    <a:pt x="53733" y="31433"/>
                  </a:cubicBezTo>
                  <a:cubicBezTo>
                    <a:pt x="62623" y="32703"/>
                    <a:pt x="77863" y="47943"/>
                    <a:pt x="77863" y="55563"/>
                  </a:cubicBezTo>
                  <a:cubicBezTo>
                    <a:pt x="76593" y="66993"/>
                    <a:pt x="37223" y="97473"/>
                    <a:pt x="27063" y="92393"/>
                  </a:cubicBezTo>
                  <a:cubicBezTo>
                    <a:pt x="15633" y="87313"/>
                    <a:pt x="10553" y="21273"/>
                    <a:pt x="19443" y="8573"/>
                  </a:cubicBezTo>
                  <a:cubicBezTo>
                    <a:pt x="24523" y="953"/>
                    <a:pt x="39763" y="-1587"/>
                    <a:pt x="47383" y="953"/>
                  </a:cubicBezTo>
                  <a:cubicBezTo>
                    <a:pt x="55003" y="3493"/>
                    <a:pt x="63893" y="16193"/>
                    <a:pt x="63893" y="25083"/>
                  </a:cubicBezTo>
                  <a:cubicBezTo>
                    <a:pt x="63893" y="32703"/>
                    <a:pt x="52463" y="39053"/>
                    <a:pt x="49923" y="50483"/>
                  </a:cubicBezTo>
                  <a:cubicBezTo>
                    <a:pt x="46113" y="66993"/>
                    <a:pt x="62623" y="105093"/>
                    <a:pt x="53733" y="117793"/>
                  </a:cubicBezTo>
                  <a:cubicBezTo>
                    <a:pt x="47383" y="126683"/>
                    <a:pt x="24523" y="129223"/>
                    <a:pt x="16903" y="126683"/>
                  </a:cubicBezTo>
                  <a:cubicBezTo>
                    <a:pt x="10553" y="122873"/>
                    <a:pt x="6743" y="115253"/>
                    <a:pt x="5473" y="105093"/>
                  </a:cubicBezTo>
                  <a:cubicBezTo>
                    <a:pt x="2933" y="84773"/>
                    <a:pt x="15633" y="22543"/>
                    <a:pt x="28333" y="11113"/>
                  </a:cubicBezTo>
                  <a:cubicBezTo>
                    <a:pt x="34683" y="4763"/>
                    <a:pt x="46113" y="4763"/>
                    <a:pt x="52463" y="7303"/>
                  </a:cubicBezTo>
                  <a:cubicBezTo>
                    <a:pt x="60083" y="9843"/>
                    <a:pt x="70243" y="25083"/>
                    <a:pt x="68973" y="32703"/>
                  </a:cubicBezTo>
                  <a:cubicBezTo>
                    <a:pt x="67703" y="41593"/>
                    <a:pt x="49923" y="55563"/>
                    <a:pt x="41033" y="56833"/>
                  </a:cubicBezTo>
                  <a:cubicBezTo>
                    <a:pt x="33413" y="56833"/>
                    <a:pt x="24523" y="49213"/>
                    <a:pt x="20713" y="42863"/>
                  </a:cubicBezTo>
                  <a:cubicBezTo>
                    <a:pt x="18173" y="36513"/>
                    <a:pt x="18173" y="25083"/>
                    <a:pt x="21983" y="18733"/>
                  </a:cubicBezTo>
                  <a:cubicBezTo>
                    <a:pt x="25793" y="12383"/>
                    <a:pt x="41033" y="4763"/>
                    <a:pt x="49923" y="6033"/>
                  </a:cubicBezTo>
                  <a:cubicBezTo>
                    <a:pt x="57543" y="8573"/>
                    <a:pt x="66433" y="18733"/>
                    <a:pt x="68973" y="30163"/>
                  </a:cubicBezTo>
                  <a:cubicBezTo>
                    <a:pt x="74053" y="49213"/>
                    <a:pt x="66433" y="102553"/>
                    <a:pt x="53733" y="117793"/>
                  </a:cubicBezTo>
                  <a:cubicBezTo>
                    <a:pt x="46113" y="126683"/>
                    <a:pt x="30873" y="131763"/>
                    <a:pt x="21983" y="129223"/>
                  </a:cubicBezTo>
                  <a:cubicBezTo>
                    <a:pt x="11823" y="125413"/>
                    <a:pt x="2933" y="103823"/>
                    <a:pt x="393" y="87313"/>
                  </a:cubicBezTo>
                  <a:cubicBezTo>
                    <a:pt x="-2147" y="65723"/>
                    <a:pt x="8013" y="20003"/>
                    <a:pt x="19443" y="8573"/>
                  </a:cubicBezTo>
                  <a:cubicBezTo>
                    <a:pt x="27063" y="953"/>
                    <a:pt x="39763" y="-1587"/>
                    <a:pt x="47383" y="953"/>
                  </a:cubicBezTo>
                  <a:cubicBezTo>
                    <a:pt x="55003" y="3493"/>
                    <a:pt x="61353" y="11113"/>
                    <a:pt x="65163" y="20003"/>
                  </a:cubicBezTo>
                  <a:cubicBezTo>
                    <a:pt x="71513" y="37783"/>
                    <a:pt x="74053" y="84773"/>
                    <a:pt x="67703" y="103823"/>
                  </a:cubicBezTo>
                  <a:cubicBezTo>
                    <a:pt x="63893" y="115253"/>
                    <a:pt x="58813" y="126683"/>
                    <a:pt x="49923" y="129223"/>
                  </a:cubicBezTo>
                  <a:cubicBezTo>
                    <a:pt x="38493" y="131763"/>
                    <a:pt x="11823" y="122873"/>
                    <a:pt x="5473" y="112713"/>
                  </a:cubicBezTo>
                  <a:cubicBezTo>
                    <a:pt x="393" y="103823"/>
                    <a:pt x="6743" y="86043"/>
                    <a:pt x="10553" y="74613"/>
                  </a:cubicBezTo>
                  <a:cubicBezTo>
                    <a:pt x="15633" y="60643"/>
                    <a:pt x="27063" y="42863"/>
                    <a:pt x="37223" y="36513"/>
                  </a:cubicBezTo>
                  <a:cubicBezTo>
                    <a:pt x="43573" y="32703"/>
                    <a:pt x="53733" y="30163"/>
                    <a:pt x="60083" y="32703"/>
                  </a:cubicBezTo>
                  <a:cubicBezTo>
                    <a:pt x="67703" y="36513"/>
                    <a:pt x="75323" y="49213"/>
                    <a:pt x="77863" y="55563"/>
                  </a:cubicBezTo>
                  <a:cubicBezTo>
                    <a:pt x="77863" y="60643"/>
                    <a:pt x="77863" y="66993"/>
                    <a:pt x="75323" y="68263"/>
                  </a:cubicBezTo>
                  <a:cubicBezTo>
                    <a:pt x="68973" y="70803"/>
                    <a:pt x="29603" y="53023"/>
                    <a:pt x="28333" y="45403"/>
                  </a:cubicBezTo>
                  <a:cubicBezTo>
                    <a:pt x="27063" y="42863"/>
                    <a:pt x="32143" y="37783"/>
                    <a:pt x="35953" y="36513"/>
                  </a:cubicBezTo>
                  <a:cubicBezTo>
                    <a:pt x="41033" y="32703"/>
                    <a:pt x="52463" y="30163"/>
                    <a:pt x="58813" y="32703"/>
                  </a:cubicBezTo>
                  <a:cubicBezTo>
                    <a:pt x="65163" y="33973"/>
                    <a:pt x="72783" y="40323"/>
                    <a:pt x="75323" y="49213"/>
                  </a:cubicBezTo>
                  <a:cubicBezTo>
                    <a:pt x="80403" y="63183"/>
                    <a:pt x="77863" y="103823"/>
                    <a:pt x="68973" y="117793"/>
                  </a:cubicBezTo>
                  <a:cubicBezTo>
                    <a:pt x="62623" y="127953"/>
                    <a:pt x="48653" y="138113"/>
                    <a:pt x="41033" y="136843"/>
                  </a:cubicBezTo>
                  <a:cubicBezTo>
                    <a:pt x="32143" y="135573"/>
                    <a:pt x="18173" y="111443"/>
                    <a:pt x="18173" y="111443"/>
                  </a:cubicBezTo>
                </a:path>
              </a:pathLst>
            </a:custGeom>
            <a:solidFill>
              <a:srgbClr val="BDC8D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6351270" y="4571047"/>
            <a:ext cx="128588" cy="208597"/>
            <a:chOff x="0" y="0"/>
            <a:chExt cx="171450" cy="278130"/>
          </a:xfrm>
        </p:grpSpPr>
        <p:sp>
          <p:nvSpPr>
            <p:cNvPr id="75" name="Freeform 75"/>
            <p:cNvSpPr/>
            <p:nvPr/>
          </p:nvSpPr>
          <p:spPr>
            <a:xfrm>
              <a:off x="44918" y="50637"/>
              <a:ext cx="82399" cy="175561"/>
            </a:xfrm>
            <a:custGeom>
              <a:avLst/>
              <a:gdLst/>
              <a:ahLst/>
              <a:cxnLst/>
              <a:rect l="l" t="t" r="r" b="b"/>
              <a:pathLst>
                <a:path w="82399" h="175561">
                  <a:moveTo>
                    <a:pt x="5882" y="151293"/>
                  </a:moveTo>
                  <a:cubicBezTo>
                    <a:pt x="10962" y="14133"/>
                    <a:pt x="19852" y="6513"/>
                    <a:pt x="28742" y="6513"/>
                  </a:cubicBezTo>
                  <a:cubicBezTo>
                    <a:pt x="36362" y="5243"/>
                    <a:pt x="50332" y="14133"/>
                    <a:pt x="55412" y="25563"/>
                  </a:cubicBezTo>
                  <a:cubicBezTo>
                    <a:pt x="68112" y="48423"/>
                    <a:pt x="65572" y="127163"/>
                    <a:pt x="55412" y="150023"/>
                  </a:cubicBezTo>
                  <a:cubicBezTo>
                    <a:pt x="51602" y="161453"/>
                    <a:pt x="42712" y="169073"/>
                    <a:pt x="33822" y="169073"/>
                  </a:cubicBezTo>
                  <a:cubicBezTo>
                    <a:pt x="26202" y="170343"/>
                    <a:pt x="12232" y="161453"/>
                    <a:pt x="7152" y="150023"/>
                  </a:cubicBezTo>
                  <a:cubicBezTo>
                    <a:pt x="-3008" y="128433"/>
                    <a:pt x="12232" y="48423"/>
                    <a:pt x="24932" y="25563"/>
                  </a:cubicBezTo>
                  <a:cubicBezTo>
                    <a:pt x="30012" y="14133"/>
                    <a:pt x="38902" y="6513"/>
                    <a:pt x="46522" y="6513"/>
                  </a:cubicBezTo>
                  <a:cubicBezTo>
                    <a:pt x="54142" y="5243"/>
                    <a:pt x="68112" y="14133"/>
                    <a:pt x="74462" y="25563"/>
                  </a:cubicBezTo>
                  <a:cubicBezTo>
                    <a:pt x="85892" y="47153"/>
                    <a:pt x="83352" y="119543"/>
                    <a:pt x="74462" y="143673"/>
                  </a:cubicBezTo>
                  <a:cubicBezTo>
                    <a:pt x="69382" y="156373"/>
                    <a:pt x="60492" y="167803"/>
                    <a:pt x="52872" y="169073"/>
                  </a:cubicBezTo>
                  <a:cubicBezTo>
                    <a:pt x="43982" y="170343"/>
                    <a:pt x="31282" y="161453"/>
                    <a:pt x="24932" y="150023"/>
                  </a:cubicBezTo>
                  <a:cubicBezTo>
                    <a:pt x="12232" y="127163"/>
                    <a:pt x="13502" y="39533"/>
                    <a:pt x="24932" y="16673"/>
                  </a:cubicBezTo>
                  <a:cubicBezTo>
                    <a:pt x="31282" y="6513"/>
                    <a:pt x="42712" y="-1107"/>
                    <a:pt x="50332" y="163"/>
                  </a:cubicBezTo>
                  <a:cubicBezTo>
                    <a:pt x="59222" y="163"/>
                    <a:pt x="74462" y="19213"/>
                    <a:pt x="74462" y="28103"/>
                  </a:cubicBezTo>
                  <a:cubicBezTo>
                    <a:pt x="74462" y="34453"/>
                    <a:pt x="68112" y="44613"/>
                    <a:pt x="60492" y="47153"/>
                  </a:cubicBezTo>
                  <a:cubicBezTo>
                    <a:pt x="54142" y="50963"/>
                    <a:pt x="36362" y="48423"/>
                    <a:pt x="31282" y="42073"/>
                  </a:cubicBezTo>
                  <a:cubicBezTo>
                    <a:pt x="24932" y="36993"/>
                    <a:pt x="23662" y="19213"/>
                    <a:pt x="27472" y="11593"/>
                  </a:cubicBezTo>
                  <a:cubicBezTo>
                    <a:pt x="30012" y="5243"/>
                    <a:pt x="40172" y="-1107"/>
                    <a:pt x="47792" y="163"/>
                  </a:cubicBezTo>
                  <a:cubicBezTo>
                    <a:pt x="55412" y="163"/>
                    <a:pt x="68112" y="6513"/>
                    <a:pt x="73192" y="16673"/>
                  </a:cubicBezTo>
                  <a:cubicBezTo>
                    <a:pt x="85892" y="39533"/>
                    <a:pt x="84622" y="127163"/>
                    <a:pt x="74462" y="150023"/>
                  </a:cubicBezTo>
                  <a:cubicBezTo>
                    <a:pt x="69382" y="161453"/>
                    <a:pt x="60492" y="169073"/>
                    <a:pt x="52872" y="169073"/>
                  </a:cubicBezTo>
                  <a:cubicBezTo>
                    <a:pt x="43982" y="170343"/>
                    <a:pt x="30012" y="161453"/>
                    <a:pt x="24932" y="150023"/>
                  </a:cubicBezTo>
                  <a:cubicBezTo>
                    <a:pt x="12232" y="128433"/>
                    <a:pt x="14772" y="48423"/>
                    <a:pt x="24932" y="25563"/>
                  </a:cubicBezTo>
                  <a:cubicBezTo>
                    <a:pt x="30012" y="14133"/>
                    <a:pt x="38902" y="6513"/>
                    <a:pt x="46522" y="6513"/>
                  </a:cubicBezTo>
                  <a:cubicBezTo>
                    <a:pt x="54142" y="5243"/>
                    <a:pt x="68112" y="14133"/>
                    <a:pt x="74462" y="25563"/>
                  </a:cubicBezTo>
                  <a:cubicBezTo>
                    <a:pt x="82082" y="43343"/>
                    <a:pt x="74462" y="91603"/>
                    <a:pt x="68112" y="117003"/>
                  </a:cubicBezTo>
                  <a:cubicBezTo>
                    <a:pt x="63032" y="136053"/>
                    <a:pt x="55412" y="157643"/>
                    <a:pt x="45252" y="165263"/>
                  </a:cubicBezTo>
                  <a:cubicBezTo>
                    <a:pt x="38902" y="170343"/>
                    <a:pt x="28742" y="170343"/>
                    <a:pt x="22392" y="167803"/>
                  </a:cubicBezTo>
                  <a:cubicBezTo>
                    <a:pt x="16042" y="165263"/>
                    <a:pt x="9692" y="160183"/>
                    <a:pt x="7152" y="150023"/>
                  </a:cubicBezTo>
                  <a:cubicBezTo>
                    <a:pt x="-1738" y="128433"/>
                    <a:pt x="-3008" y="48423"/>
                    <a:pt x="7152" y="25563"/>
                  </a:cubicBezTo>
                  <a:cubicBezTo>
                    <a:pt x="10962" y="14133"/>
                    <a:pt x="19852" y="6513"/>
                    <a:pt x="28742" y="6513"/>
                  </a:cubicBezTo>
                  <a:cubicBezTo>
                    <a:pt x="36362" y="5243"/>
                    <a:pt x="50332" y="14133"/>
                    <a:pt x="55412" y="25563"/>
                  </a:cubicBezTo>
                  <a:cubicBezTo>
                    <a:pt x="68112" y="48423"/>
                    <a:pt x="68112" y="133513"/>
                    <a:pt x="55412" y="156373"/>
                  </a:cubicBezTo>
                  <a:cubicBezTo>
                    <a:pt x="50332" y="169073"/>
                    <a:pt x="36362" y="176693"/>
                    <a:pt x="28742" y="175423"/>
                  </a:cubicBezTo>
                  <a:cubicBezTo>
                    <a:pt x="19852" y="175423"/>
                    <a:pt x="5882" y="151293"/>
                    <a:pt x="5882" y="151293"/>
                  </a:cubicBezTo>
                </a:path>
              </a:pathLst>
            </a:custGeom>
            <a:solidFill>
              <a:srgbClr val="BDC8D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6452235" y="5552122"/>
            <a:ext cx="121920" cy="206692"/>
            <a:chOff x="0" y="0"/>
            <a:chExt cx="162560" cy="275590"/>
          </a:xfrm>
        </p:grpSpPr>
        <p:sp>
          <p:nvSpPr>
            <p:cNvPr id="77" name="Freeform 77"/>
            <p:cNvSpPr/>
            <p:nvPr/>
          </p:nvSpPr>
          <p:spPr>
            <a:xfrm>
              <a:off x="43015" y="50693"/>
              <a:ext cx="72535" cy="172948"/>
            </a:xfrm>
            <a:custGeom>
              <a:avLst/>
              <a:gdLst/>
              <a:ahLst/>
              <a:cxnLst/>
              <a:rect l="l" t="t" r="r" b="b"/>
              <a:pathLst>
                <a:path w="72535" h="172948">
                  <a:moveTo>
                    <a:pt x="16675" y="127107"/>
                  </a:moveTo>
                  <a:cubicBezTo>
                    <a:pt x="11595" y="11537"/>
                    <a:pt x="16675" y="5187"/>
                    <a:pt x="23025" y="2647"/>
                  </a:cubicBezTo>
                  <a:cubicBezTo>
                    <a:pt x="29375" y="107"/>
                    <a:pt x="40805" y="107"/>
                    <a:pt x="47155" y="3917"/>
                  </a:cubicBezTo>
                  <a:cubicBezTo>
                    <a:pt x="52235" y="6457"/>
                    <a:pt x="56045" y="10267"/>
                    <a:pt x="58585" y="17887"/>
                  </a:cubicBezTo>
                  <a:cubicBezTo>
                    <a:pt x="66205" y="39477"/>
                    <a:pt x="70015" y="129647"/>
                    <a:pt x="58585" y="153777"/>
                  </a:cubicBezTo>
                  <a:cubicBezTo>
                    <a:pt x="52235" y="165207"/>
                    <a:pt x="38265" y="174097"/>
                    <a:pt x="30645" y="172827"/>
                  </a:cubicBezTo>
                  <a:cubicBezTo>
                    <a:pt x="21755" y="171557"/>
                    <a:pt x="11595" y="158857"/>
                    <a:pt x="7785" y="147427"/>
                  </a:cubicBezTo>
                  <a:cubicBezTo>
                    <a:pt x="3975" y="134727"/>
                    <a:pt x="2705" y="111867"/>
                    <a:pt x="9055" y="101707"/>
                  </a:cubicBezTo>
                  <a:cubicBezTo>
                    <a:pt x="14135" y="92817"/>
                    <a:pt x="26835" y="83927"/>
                    <a:pt x="34455" y="83927"/>
                  </a:cubicBezTo>
                  <a:cubicBezTo>
                    <a:pt x="42075" y="83927"/>
                    <a:pt x="50965" y="90277"/>
                    <a:pt x="54775" y="96627"/>
                  </a:cubicBezTo>
                  <a:cubicBezTo>
                    <a:pt x="58585" y="101707"/>
                    <a:pt x="59855" y="114407"/>
                    <a:pt x="56045" y="119487"/>
                  </a:cubicBezTo>
                  <a:cubicBezTo>
                    <a:pt x="52235" y="127107"/>
                    <a:pt x="36995" y="134727"/>
                    <a:pt x="29375" y="134727"/>
                  </a:cubicBezTo>
                  <a:cubicBezTo>
                    <a:pt x="21755" y="133457"/>
                    <a:pt x="12865" y="127107"/>
                    <a:pt x="10325" y="119487"/>
                  </a:cubicBezTo>
                  <a:cubicBezTo>
                    <a:pt x="7785" y="111867"/>
                    <a:pt x="10325" y="95357"/>
                    <a:pt x="16675" y="90277"/>
                  </a:cubicBezTo>
                  <a:cubicBezTo>
                    <a:pt x="23025" y="85197"/>
                    <a:pt x="40805" y="82657"/>
                    <a:pt x="47155" y="89007"/>
                  </a:cubicBezTo>
                  <a:cubicBezTo>
                    <a:pt x="57315" y="96627"/>
                    <a:pt x="63665" y="139807"/>
                    <a:pt x="58585" y="153777"/>
                  </a:cubicBezTo>
                  <a:cubicBezTo>
                    <a:pt x="54775" y="163937"/>
                    <a:pt x="44615" y="172827"/>
                    <a:pt x="36995" y="172827"/>
                  </a:cubicBezTo>
                  <a:cubicBezTo>
                    <a:pt x="28105" y="172827"/>
                    <a:pt x="15405" y="165207"/>
                    <a:pt x="9055" y="153777"/>
                  </a:cubicBezTo>
                  <a:cubicBezTo>
                    <a:pt x="-3645" y="130917"/>
                    <a:pt x="-2375" y="45827"/>
                    <a:pt x="9055" y="21697"/>
                  </a:cubicBezTo>
                  <a:cubicBezTo>
                    <a:pt x="15405" y="8997"/>
                    <a:pt x="26835" y="-1163"/>
                    <a:pt x="35725" y="107"/>
                  </a:cubicBezTo>
                  <a:cubicBezTo>
                    <a:pt x="44615" y="1377"/>
                    <a:pt x="57315" y="20427"/>
                    <a:pt x="63665" y="35667"/>
                  </a:cubicBezTo>
                  <a:cubicBezTo>
                    <a:pt x="72555" y="58527"/>
                    <a:pt x="76365" y="108057"/>
                    <a:pt x="67475" y="127107"/>
                  </a:cubicBezTo>
                  <a:cubicBezTo>
                    <a:pt x="62395" y="139807"/>
                    <a:pt x="48425" y="152507"/>
                    <a:pt x="39535" y="152507"/>
                  </a:cubicBezTo>
                  <a:cubicBezTo>
                    <a:pt x="30645" y="152507"/>
                    <a:pt x="16675" y="127107"/>
                    <a:pt x="16675" y="127107"/>
                  </a:cubicBezTo>
                </a:path>
              </a:pathLst>
            </a:custGeom>
            <a:solidFill>
              <a:srgbClr val="BDC8D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6366139" y="5543550"/>
            <a:ext cx="114300" cy="201930"/>
            <a:chOff x="0" y="0"/>
            <a:chExt cx="152400" cy="269240"/>
          </a:xfrm>
        </p:grpSpPr>
        <p:sp>
          <p:nvSpPr>
            <p:cNvPr id="79" name="Freeform 79"/>
            <p:cNvSpPr/>
            <p:nvPr/>
          </p:nvSpPr>
          <p:spPr>
            <a:xfrm>
              <a:off x="50800" y="50608"/>
              <a:ext cx="58635" cy="167832"/>
            </a:xfrm>
            <a:custGeom>
              <a:avLst/>
              <a:gdLst/>
              <a:ahLst/>
              <a:cxnLst/>
              <a:rect l="l" t="t" r="r" b="b"/>
              <a:pathLst>
                <a:path w="58635" h="167832">
                  <a:moveTo>
                    <a:pt x="0" y="142432"/>
                  </a:moveTo>
                  <a:cubicBezTo>
                    <a:pt x="6350" y="9082"/>
                    <a:pt x="15240" y="1462"/>
                    <a:pt x="22860" y="192"/>
                  </a:cubicBezTo>
                  <a:cubicBezTo>
                    <a:pt x="30480" y="192"/>
                    <a:pt x="44450" y="6542"/>
                    <a:pt x="48260" y="14162"/>
                  </a:cubicBezTo>
                  <a:cubicBezTo>
                    <a:pt x="52070" y="20512"/>
                    <a:pt x="50800" y="35752"/>
                    <a:pt x="45720" y="40832"/>
                  </a:cubicBezTo>
                  <a:cubicBezTo>
                    <a:pt x="40640" y="47182"/>
                    <a:pt x="24130" y="52262"/>
                    <a:pt x="16510" y="49722"/>
                  </a:cubicBezTo>
                  <a:cubicBezTo>
                    <a:pt x="8890" y="47182"/>
                    <a:pt x="1270" y="38292"/>
                    <a:pt x="1270" y="30672"/>
                  </a:cubicBezTo>
                  <a:cubicBezTo>
                    <a:pt x="0" y="23052"/>
                    <a:pt x="6350" y="6542"/>
                    <a:pt x="13970" y="4002"/>
                  </a:cubicBezTo>
                  <a:cubicBezTo>
                    <a:pt x="21590" y="192"/>
                    <a:pt x="45720" y="7812"/>
                    <a:pt x="48260" y="15432"/>
                  </a:cubicBezTo>
                  <a:cubicBezTo>
                    <a:pt x="52070" y="23052"/>
                    <a:pt x="41910" y="44642"/>
                    <a:pt x="35560" y="49722"/>
                  </a:cubicBezTo>
                  <a:cubicBezTo>
                    <a:pt x="29210" y="53532"/>
                    <a:pt x="17780" y="50992"/>
                    <a:pt x="11430" y="47182"/>
                  </a:cubicBezTo>
                  <a:cubicBezTo>
                    <a:pt x="5080" y="43372"/>
                    <a:pt x="0" y="33212"/>
                    <a:pt x="0" y="25592"/>
                  </a:cubicBezTo>
                  <a:cubicBezTo>
                    <a:pt x="1270" y="17972"/>
                    <a:pt x="13970" y="2732"/>
                    <a:pt x="22860" y="192"/>
                  </a:cubicBezTo>
                  <a:cubicBezTo>
                    <a:pt x="30480" y="-1078"/>
                    <a:pt x="41910" y="4002"/>
                    <a:pt x="48260" y="14162"/>
                  </a:cubicBezTo>
                  <a:cubicBezTo>
                    <a:pt x="60960" y="34482"/>
                    <a:pt x="62230" y="117032"/>
                    <a:pt x="50800" y="142432"/>
                  </a:cubicBezTo>
                  <a:cubicBezTo>
                    <a:pt x="45720" y="156402"/>
                    <a:pt x="31750" y="167832"/>
                    <a:pt x="22860" y="167832"/>
                  </a:cubicBezTo>
                  <a:cubicBezTo>
                    <a:pt x="13970" y="167832"/>
                    <a:pt x="0" y="142432"/>
                    <a:pt x="0" y="142432"/>
                  </a:cubicBezTo>
                </a:path>
              </a:pathLst>
            </a:custGeom>
            <a:solidFill>
              <a:srgbClr val="BDC8D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5919788" y="4552950"/>
            <a:ext cx="135255" cy="267653"/>
            <a:chOff x="0" y="0"/>
            <a:chExt cx="180340" cy="356870"/>
          </a:xfrm>
        </p:grpSpPr>
        <p:sp>
          <p:nvSpPr>
            <p:cNvPr id="81" name="Freeform 81"/>
            <p:cNvSpPr/>
            <p:nvPr/>
          </p:nvSpPr>
          <p:spPr>
            <a:xfrm>
              <a:off x="50800" y="50719"/>
              <a:ext cx="87015" cy="254081"/>
            </a:xfrm>
            <a:custGeom>
              <a:avLst/>
              <a:gdLst/>
              <a:ahLst/>
              <a:cxnLst/>
              <a:rect l="l" t="t" r="r" b="b"/>
              <a:pathLst>
                <a:path w="87015" h="254081">
                  <a:moveTo>
                    <a:pt x="26670" y="210901"/>
                  </a:moveTo>
                  <a:cubicBezTo>
                    <a:pt x="26670" y="11511"/>
                    <a:pt x="36830" y="81"/>
                    <a:pt x="44450" y="81"/>
                  </a:cubicBezTo>
                  <a:cubicBezTo>
                    <a:pt x="53340" y="-1189"/>
                    <a:pt x="68580" y="12781"/>
                    <a:pt x="72390" y="25481"/>
                  </a:cubicBezTo>
                  <a:cubicBezTo>
                    <a:pt x="78740" y="43261"/>
                    <a:pt x="54610" y="77551"/>
                    <a:pt x="52070" y="108031"/>
                  </a:cubicBezTo>
                  <a:cubicBezTo>
                    <a:pt x="48260" y="143591"/>
                    <a:pt x="69850" y="204551"/>
                    <a:pt x="59690" y="228681"/>
                  </a:cubicBezTo>
                  <a:cubicBezTo>
                    <a:pt x="54610" y="242651"/>
                    <a:pt x="41910" y="254081"/>
                    <a:pt x="33020" y="254081"/>
                  </a:cubicBezTo>
                  <a:cubicBezTo>
                    <a:pt x="25400" y="254081"/>
                    <a:pt x="11430" y="242651"/>
                    <a:pt x="10160" y="233761"/>
                  </a:cubicBezTo>
                  <a:cubicBezTo>
                    <a:pt x="8890" y="224871"/>
                    <a:pt x="22860" y="205821"/>
                    <a:pt x="30480" y="203281"/>
                  </a:cubicBezTo>
                  <a:cubicBezTo>
                    <a:pt x="36830" y="202011"/>
                    <a:pt x="48260" y="205821"/>
                    <a:pt x="53340" y="210901"/>
                  </a:cubicBezTo>
                  <a:cubicBezTo>
                    <a:pt x="58420" y="215981"/>
                    <a:pt x="60960" y="227411"/>
                    <a:pt x="59690" y="233761"/>
                  </a:cubicBezTo>
                  <a:cubicBezTo>
                    <a:pt x="58420" y="241381"/>
                    <a:pt x="50800" y="250271"/>
                    <a:pt x="44450" y="252811"/>
                  </a:cubicBezTo>
                  <a:cubicBezTo>
                    <a:pt x="36830" y="254081"/>
                    <a:pt x="21590" y="252811"/>
                    <a:pt x="13970" y="243921"/>
                  </a:cubicBezTo>
                  <a:cubicBezTo>
                    <a:pt x="0" y="227411"/>
                    <a:pt x="0" y="166451"/>
                    <a:pt x="0" y="132161"/>
                  </a:cubicBezTo>
                  <a:cubicBezTo>
                    <a:pt x="0" y="101681"/>
                    <a:pt x="2540" y="71201"/>
                    <a:pt x="10160" y="48341"/>
                  </a:cubicBezTo>
                  <a:cubicBezTo>
                    <a:pt x="16510" y="29291"/>
                    <a:pt x="26670" y="3891"/>
                    <a:pt x="38100" y="1351"/>
                  </a:cubicBezTo>
                  <a:cubicBezTo>
                    <a:pt x="48260" y="-1189"/>
                    <a:pt x="66040" y="6431"/>
                    <a:pt x="73660" y="20401"/>
                  </a:cubicBezTo>
                  <a:cubicBezTo>
                    <a:pt x="91440" y="49611"/>
                    <a:pt x="90170" y="177881"/>
                    <a:pt x="77470" y="210901"/>
                  </a:cubicBezTo>
                  <a:cubicBezTo>
                    <a:pt x="72390" y="224871"/>
                    <a:pt x="63500" y="235031"/>
                    <a:pt x="55880" y="236301"/>
                  </a:cubicBezTo>
                  <a:cubicBezTo>
                    <a:pt x="46990" y="236301"/>
                    <a:pt x="26670" y="210901"/>
                    <a:pt x="26670" y="210901"/>
                  </a:cubicBezTo>
                </a:path>
              </a:pathLst>
            </a:custGeom>
            <a:solidFill>
              <a:srgbClr val="BDC8D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5825490" y="4571047"/>
            <a:ext cx="141922" cy="214312"/>
            <a:chOff x="0" y="0"/>
            <a:chExt cx="189230" cy="285750"/>
          </a:xfrm>
        </p:grpSpPr>
        <p:sp>
          <p:nvSpPr>
            <p:cNvPr id="83" name="Freeform 83"/>
            <p:cNvSpPr/>
            <p:nvPr/>
          </p:nvSpPr>
          <p:spPr>
            <a:xfrm>
              <a:off x="45046" y="50756"/>
              <a:ext cx="96323" cy="184194"/>
            </a:xfrm>
            <a:custGeom>
              <a:avLst/>
              <a:gdLst/>
              <a:ahLst/>
              <a:cxnLst/>
              <a:rect l="l" t="t" r="r" b="b"/>
              <a:pathLst>
                <a:path w="96323" h="184194">
                  <a:moveTo>
                    <a:pt x="56554" y="25444"/>
                  </a:moveTo>
                  <a:cubicBezTo>
                    <a:pt x="60364" y="120694"/>
                    <a:pt x="74334" y="132124"/>
                    <a:pt x="71794" y="137204"/>
                  </a:cubicBezTo>
                  <a:cubicBezTo>
                    <a:pt x="69254" y="142284"/>
                    <a:pt x="48934" y="144824"/>
                    <a:pt x="42584" y="139744"/>
                  </a:cubicBezTo>
                  <a:cubicBezTo>
                    <a:pt x="33694" y="133394"/>
                    <a:pt x="32424" y="104184"/>
                    <a:pt x="32424" y="85134"/>
                  </a:cubicBezTo>
                  <a:cubicBezTo>
                    <a:pt x="32424" y="64814"/>
                    <a:pt x="34964" y="35604"/>
                    <a:pt x="43854" y="22904"/>
                  </a:cubicBezTo>
                  <a:cubicBezTo>
                    <a:pt x="50204" y="14014"/>
                    <a:pt x="62904" y="7664"/>
                    <a:pt x="71794" y="8934"/>
                  </a:cubicBezTo>
                  <a:cubicBezTo>
                    <a:pt x="79414" y="10204"/>
                    <a:pt x="90844" y="22904"/>
                    <a:pt x="92114" y="30524"/>
                  </a:cubicBezTo>
                  <a:cubicBezTo>
                    <a:pt x="93384" y="38144"/>
                    <a:pt x="89574" y="48304"/>
                    <a:pt x="83224" y="53384"/>
                  </a:cubicBezTo>
                  <a:cubicBezTo>
                    <a:pt x="78144" y="57194"/>
                    <a:pt x="66714" y="61004"/>
                    <a:pt x="60364" y="58464"/>
                  </a:cubicBezTo>
                  <a:cubicBezTo>
                    <a:pt x="52744" y="54654"/>
                    <a:pt x="41314" y="34334"/>
                    <a:pt x="43854" y="25444"/>
                  </a:cubicBezTo>
                  <a:cubicBezTo>
                    <a:pt x="45124" y="17824"/>
                    <a:pt x="60364" y="7664"/>
                    <a:pt x="69254" y="8934"/>
                  </a:cubicBezTo>
                  <a:cubicBezTo>
                    <a:pt x="76874" y="8934"/>
                    <a:pt x="87034" y="16554"/>
                    <a:pt x="92114" y="27984"/>
                  </a:cubicBezTo>
                  <a:cubicBezTo>
                    <a:pt x="102274" y="52114"/>
                    <a:pt x="92114" y="133394"/>
                    <a:pt x="81954" y="158794"/>
                  </a:cubicBezTo>
                  <a:cubicBezTo>
                    <a:pt x="78144" y="171494"/>
                    <a:pt x="73064" y="182924"/>
                    <a:pt x="65444" y="184194"/>
                  </a:cubicBezTo>
                  <a:cubicBezTo>
                    <a:pt x="51474" y="184194"/>
                    <a:pt x="15914" y="135934"/>
                    <a:pt x="5754" y="107994"/>
                  </a:cubicBezTo>
                  <a:cubicBezTo>
                    <a:pt x="-3136" y="82594"/>
                    <a:pt x="-596" y="43224"/>
                    <a:pt x="5754" y="25444"/>
                  </a:cubicBezTo>
                  <a:cubicBezTo>
                    <a:pt x="10834" y="12744"/>
                    <a:pt x="19724" y="44"/>
                    <a:pt x="28614" y="44"/>
                  </a:cubicBezTo>
                  <a:cubicBezTo>
                    <a:pt x="37504" y="-1226"/>
                    <a:pt x="56554" y="25444"/>
                    <a:pt x="56554" y="25444"/>
                  </a:cubicBezTo>
                </a:path>
              </a:pathLst>
            </a:custGeom>
            <a:solidFill>
              <a:srgbClr val="BDC8D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5933122" y="5103495"/>
            <a:ext cx="121920" cy="242888"/>
            <a:chOff x="0" y="0"/>
            <a:chExt cx="162560" cy="323850"/>
          </a:xfrm>
        </p:grpSpPr>
        <p:sp>
          <p:nvSpPr>
            <p:cNvPr id="85" name="Freeform 85"/>
            <p:cNvSpPr/>
            <p:nvPr/>
          </p:nvSpPr>
          <p:spPr>
            <a:xfrm>
              <a:off x="43379" y="50703"/>
              <a:ext cx="67434" cy="221077"/>
            </a:xfrm>
            <a:custGeom>
              <a:avLst/>
              <a:gdLst/>
              <a:ahLst/>
              <a:cxnLst/>
              <a:rect l="l" t="t" r="r" b="b"/>
              <a:pathLst>
                <a:path w="67434" h="221077">
                  <a:moveTo>
                    <a:pt x="58221" y="24227"/>
                  </a:moveTo>
                  <a:cubicBezTo>
                    <a:pt x="63301" y="209647"/>
                    <a:pt x="53141" y="219807"/>
                    <a:pt x="45521" y="221077"/>
                  </a:cubicBezTo>
                  <a:cubicBezTo>
                    <a:pt x="36631" y="221077"/>
                    <a:pt x="16311" y="203297"/>
                    <a:pt x="16311" y="195677"/>
                  </a:cubicBezTo>
                  <a:cubicBezTo>
                    <a:pt x="16311" y="186787"/>
                    <a:pt x="35361" y="170277"/>
                    <a:pt x="44251" y="170277"/>
                  </a:cubicBezTo>
                  <a:cubicBezTo>
                    <a:pt x="51871" y="169007"/>
                    <a:pt x="60761" y="176627"/>
                    <a:pt x="64571" y="182977"/>
                  </a:cubicBezTo>
                  <a:cubicBezTo>
                    <a:pt x="68381" y="189327"/>
                    <a:pt x="68381" y="200757"/>
                    <a:pt x="64571" y="207107"/>
                  </a:cubicBezTo>
                  <a:cubicBezTo>
                    <a:pt x="60761" y="213457"/>
                    <a:pt x="45521" y="221077"/>
                    <a:pt x="37901" y="219807"/>
                  </a:cubicBezTo>
                  <a:cubicBezTo>
                    <a:pt x="30281" y="219807"/>
                    <a:pt x="21391" y="212187"/>
                    <a:pt x="18851" y="205837"/>
                  </a:cubicBezTo>
                  <a:cubicBezTo>
                    <a:pt x="16311" y="198217"/>
                    <a:pt x="20121" y="181707"/>
                    <a:pt x="26471" y="175357"/>
                  </a:cubicBezTo>
                  <a:cubicBezTo>
                    <a:pt x="31551" y="170277"/>
                    <a:pt x="42981" y="169007"/>
                    <a:pt x="49331" y="171547"/>
                  </a:cubicBezTo>
                  <a:cubicBezTo>
                    <a:pt x="56951" y="172817"/>
                    <a:pt x="64571" y="181707"/>
                    <a:pt x="67111" y="188057"/>
                  </a:cubicBezTo>
                  <a:cubicBezTo>
                    <a:pt x="68381" y="194407"/>
                    <a:pt x="65841" y="207107"/>
                    <a:pt x="60761" y="212187"/>
                  </a:cubicBezTo>
                  <a:cubicBezTo>
                    <a:pt x="55681" y="218537"/>
                    <a:pt x="40441" y="222347"/>
                    <a:pt x="32821" y="219807"/>
                  </a:cubicBezTo>
                  <a:cubicBezTo>
                    <a:pt x="26471" y="215997"/>
                    <a:pt x="21391" y="194407"/>
                    <a:pt x="16311" y="195677"/>
                  </a:cubicBezTo>
                  <a:cubicBezTo>
                    <a:pt x="12501" y="195677"/>
                    <a:pt x="9961" y="217267"/>
                    <a:pt x="8691" y="217267"/>
                  </a:cubicBezTo>
                  <a:cubicBezTo>
                    <a:pt x="2341" y="215997"/>
                    <a:pt x="-6549" y="57247"/>
                    <a:pt x="7421" y="24227"/>
                  </a:cubicBezTo>
                  <a:cubicBezTo>
                    <a:pt x="15041" y="10257"/>
                    <a:pt x="27741" y="-1173"/>
                    <a:pt x="36631" y="97"/>
                  </a:cubicBezTo>
                  <a:cubicBezTo>
                    <a:pt x="44251" y="97"/>
                    <a:pt x="58221" y="24227"/>
                    <a:pt x="58221" y="24227"/>
                  </a:cubicBezTo>
                </a:path>
              </a:pathLst>
            </a:custGeom>
            <a:solidFill>
              <a:srgbClr val="BDC8D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86" name="Group 86"/>
          <p:cNvGrpSpPr/>
          <p:nvPr/>
        </p:nvGrpSpPr>
        <p:grpSpPr>
          <a:xfrm>
            <a:off x="5777553" y="5099685"/>
            <a:ext cx="168592" cy="300038"/>
            <a:chOff x="0" y="0"/>
            <a:chExt cx="224790" cy="400050"/>
          </a:xfrm>
        </p:grpSpPr>
        <p:sp>
          <p:nvSpPr>
            <p:cNvPr id="87" name="Freeform 87"/>
            <p:cNvSpPr/>
            <p:nvPr/>
          </p:nvSpPr>
          <p:spPr>
            <a:xfrm>
              <a:off x="50305" y="49644"/>
              <a:ext cx="132708" cy="298336"/>
            </a:xfrm>
            <a:custGeom>
              <a:avLst/>
              <a:gdLst/>
              <a:ahLst/>
              <a:cxnLst/>
              <a:rect l="l" t="t" r="r" b="b"/>
              <a:pathLst>
                <a:path w="132708" h="298336">
                  <a:moveTo>
                    <a:pt x="85585" y="58306"/>
                  </a:moveTo>
                  <a:cubicBezTo>
                    <a:pt x="76695" y="206896"/>
                    <a:pt x="65265" y="211976"/>
                    <a:pt x="57645" y="210706"/>
                  </a:cubicBezTo>
                  <a:cubicBezTo>
                    <a:pt x="48755" y="209436"/>
                    <a:pt x="39865" y="199276"/>
                    <a:pt x="34785" y="186576"/>
                  </a:cubicBezTo>
                  <a:cubicBezTo>
                    <a:pt x="24625" y="157366"/>
                    <a:pt x="22085" y="57036"/>
                    <a:pt x="36055" y="31636"/>
                  </a:cubicBezTo>
                  <a:cubicBezTo>
                    <a:pt x="42405" y="18936"/>
                    <a:pt x="55105" y="11316"/>
                    <a:pt x="62725" y="12586"/>
                  </a:cubicBezTo>
                  <a:cubicBezTo>
                    <a:pt x="71615" y="13856"/>
                    <a:pt x="85585" y="29096"/>
                    <a:pt x="85585" y="37986"/>
                  </a:cubicBezTo>
                  <a:cubicBezTo>
                    <a:pt x="85585" y="45606"/>
                    <a:pt x="69075" y="49416"/>
                    <a:pt x="65265" y="60846"/>
                  </a:cubicBezTo>
                  <a:cubicBezTo>
                    <a:pt x="57645" y="87516"/>
                    <a:pt x="86855" y="176416"/>
                    <a:pt x="75425" y="200546"/>
                  </a:cubicBezTo>
                  <a:cubicBezTo>
                    <a:pt x="70345" y="213246"/>
                    <a:pt x="56375" y="220866"/>
                    <a:pt x="48755" y="219596"/>
                  </a:cubicBezTo>
                  <a:cubicBezTo>
                    <a:pt x="39865" y="219596"/>
                    <a:pt x="30975" y="208166"/>
                    <a:pt x="25895" y="195466"/>
                  </a:cubicBezTo>
                  <a:cubicBezTo>
                    <a:pt x="17005" y="168796"/>
                    <a:pt x="22085" y="79896"/>
                    <a:pt x="36055" y="57036"/>
                  </a:cubicBezTo>
                  <a:cubicBezTo>
                    <a:pt x="42405" y="45606"/>
                    <a:pt x="56375" y="37986"/>
                    <a:pt x="63995" y="39256"/>
                  </a:cubicBezTo>
                  <a:cubicBezTo>
                    <a:pt x="72885" y="40526"/>
                    <a:pt x="81775" y="51956"/>
                    <a:pt x="85585" y="65926"/>
                  </a:cubicBezTo>
                  <a:cubicBezTo>
                    <a:pt x="91935" y="91326"/>
                    <a:pt x="76695" y="173876"/>
                    <a:pt x="61455" y="194196"/>
                  </a:cubicBezTo>
                  <a:cubicBezTo>
                    <a:pt x="55105" y="203086"/>
                    <a:pt x="43675" y="206896"/>
                    <a:pt x="36055" y="205626"/>
                  </a:cubicBezTo>
                  <a:cubicBezTo>
                    <a:pt x="28435" y="204356"/>
                    <a:pt x="18275" y="196736"/>
                    <a:pt x="15735" y="185306"/>
                  </a:cubicBezTo>
                  <a:cubicBezTo>
                    <a:pt x="8115" y="163716"/>
                    <a:pt x="29705" y="97676"/>
                    <a:pt x="41135" y="68466"/>
                  </a:cubicBezTo>
                  <a:cubicBezTo>
                    <a:pt x="50025" y="48146"/>
                    <a:pt x="60185" y="24016"/>
                    <a:pt x="71615" y="21476"/>
                  </a:cubicBezTo>
                  <a:cubicBezTo>
                    <a:pt x="80505" y="18936"/>
                    <a:pt x="97015" y="30366"/>
                    <a:pt x="102095" y="43066"/>
                  </a:cubicBezTo>
                  <a:cubicBezTo>
                    <a:pt x="112255" y="64656"/>
                    <a:pt x="97015" y="142126"/>
                    <a:pt x="83045" y="162446"/>
                  </a:cubicBezTo>
                  <a:cubicBezTo>
                    <a:pt x="75425" y="171336"/>
                    <a:pt x="65265" y="176416"/>
                    <a:pt x="57645" y="175146"/>
                  </a:cubicBezTo>
                  <a:cubicBezTo>
                    <a:pt x="48755" y="173876"/>
                    <a:pt x="38595" y="162446"/>
                    <a:pt x="34785" y="149746"/>
                  </a:cubicBezTo>
                  <a:cubicBezTo>
                    <a:pt x="27165" y="124346"/>
                    <a:pt x="39865" y="44336"/>
                    <a:pt x="50025" y="22746"/>
                  </a:cubicBezTo>
                  <a:cubicBezTo>
                    <a:pt x="53835" y="12586"/>
                    <a:pt x="58915" y="7506"/>
                    <a:pt x="65265" y="4966"/>
                  </a:cubicBezTo>
                  <a:cubicBezTo>
                    <a:pt x="71615" y="2426"/>
                    <a:pt x="83045" y="2426"/>
                    <a:pt x="89395" y="7506"/>
                  </a:cubicBezTo>
                  <a:cubicBezTo>
                    <a:pt x="98285" y="15126"/>
                    <a:pt x="100825" y="36716"/>
                    <a:pt x="103365" y="59576"/>
                  </a:cubicBezTo>
                  <a:cubicBezTo>
                    <a:pt x="109715" y="101486"/>
                    <a:pt x="121145" y="217056"/>
                    <a:pt x="105905" y="238646"/>
                  </a:cubicBezTo>
                  <a:cubicBezTo>
                    <a:pt x="100825" y="246266"/>
                    <a:pt x="90665" y="247536"/>
                    <a:pt x="84315" y="247536"/>
                  </a:cubicBezTo>
                  <a:cubicBezTo>
                    <a:pt x="76695" y="246266"/>
                    <a:pt x="69075" y="241186"/>
                    <a:pt x="65265" y="233566"/>
                  </a:cubicBezTo>
                  <a:cubicBezTo>
                    <a:pt x="57645" y="220866"/>
                    <a:pt x="61455" y="190386"/>
                    <a:pt x="61455" y="163716"/>
                  </a:cubicBezTo>
                  <a:cubicBezTo>
                    <a:pt x="62725" y="123076"/>
                    <a:pt x="65265" y="43066"/>
                    <a:pt x="75425" y="18936"/>
                  </a:cubicBezTo>
                  <a:cubicBezTo>
                    <a:pt x="79235" y="8776"/>
                    <a:pt x="84315" y="3696"/>
                    <a:pt x="91935" y="1156"/>
                  </a:cubicBezTo>
                  <a:cubicBezTo>
                    <a:pt x="98285" y="-1384"/>
                    <a:pt x="113525" y="-114"/>
                    <a:pt x="119875" y="8776"/>
                  </a:cubicBezTo>
                  <a:cubicBezTo>
                    <a:pt x="133845" y="30366"/>
                    <a:pt x="114795" y="149746"/>
                    <a:pt x="103365" y="186576"/>
                  </a:cubicBezTo>
                  <a:cubicBezTo>
                    <a:pt x="98285" y="203086"/>
                    <a:pt x="91935" y="219596"/>
                    <a:pt x="81775" y="222136"/>
                  </a:cubicBezTo>
                  <a:cubicBezTo>
                    <a:pt x="72885" y="224676"/>
                    <a:pt x="56375" y="217056"/>
                    <a:pt x="48755" y="204356"/>
                  </a:cubicBezTo>
                  <a:cubicBezTo>
                    <a:pt x="30975" y="180226"/>
                    <a:pt x="20815" y="79896"/>
                    <a:pt x="30975" y="54496"/>
                  </a:cubicBezTo>
                  <a:cubicBezTo>
                    <a:pt x="34785" y="43066"/>
                    <a:pt x="43675" y="35446"/>
                    <a:pt x="52565" y="35446"/>
                  </a:cubicBezTo>
                  <a:cubicBezTo>
                    <a:pt x="60185" y="35446"/>
                    <a:pt x="72885" y="41796"/>
                    <a:pt x="79235" y="54496"/>
                  </a:cubicBezTo>
                  <a:cubicBezTo>
                    <a:pt x="95745" y="86246"/>
                    <a:pt x="88125" y="241186"/>
                    <a:pt x="70345" y="265316"/>
                  </a:cubicBezTo>
                  <a:cubicBezTo>
                    <a:pt x="63995" y="274206"/>
                    <a:pt x="55105" y="275476"/>
                    <a:pt x="48755" y="274206"/>
                  </a:cubicBezTo>
                  <a:cubicBezTo>
                    <a:pt x="41135" y="272936"/>
                    <a:pt x="34785" y="269126"/>
                    <a:pt x="28435" y="260236"/>
                  </a:cubicBezTo>
                  <a:cubicBezTo>
                    <a:pt x="15735" y="241186"/>
                    <a:pt x="-3315" y="170066"/>
                    <a:pt x="495" y="138316"/>
                  </a:cubicBezTo>
                  <a:cubicBezTo>
                    <a:pt x="1765" y="119266"/>
                    <a:pt x="10655" y="96406"/>
                    <a:pt x="19545" y="91326"/>
                  </a:cubicBezTo>
                  <a:cubicBezTo>
                    <a:pt x="27165" y="87516"/>
                    <a:pt x="37325" y="90056"/>
                    <a:pt x="43675" y="93866"/>
                  </a:cubicBezTo>
                  <a:cubicBezTo>
                    <a:pt x="48755" y="97676"/>
                    <a:pt x="51295" y="114186"/>
                    <a:pt x="55105" y="114186"/>
                  </a:cubicBezTo>
                  <a:cubicBezTo>
                    <a:pt x="58915" y="114186"/>
                    <a:pt x="58915" y="95136"/>
                    <a:pt x="65265" y="92596"/>
                  </a:cubicBezTo>
                  <a:cubicBezTo>
                    <a:pt x="70345" y="88786"/>
                    <a:pt x="86855" y="95136"/>
                    <a:pt x="91935" y="100216"/>
                  </a:cubicBezTo>
                  <a:cubicBezTo>
                    <a:pt x="97015" y="105296"/>
                    <a:pt x="98285" y="116726"/>
                    <a:pt x="97015" y="123076"/>
                  </a:cubicBezTo>
                  <a:cubicBezTo>
                    <a:pt x="94475" y="130696"/>
                    <a:pt x="80505" y="140856"/>
                    <a:pt x="80505" y="140856"/>
                  </a:cubicBezTo>
                  <a:cubicBezTo>
                    <a:pt x="79235" y="139586"/>
                    <a:pt x="93205" y="112916"/>
                    <a:pt x="99555" y="114186"/>
                  </a:cubicBezTo>
                  <a:cubicBezTo>
                    <a:pt x="110985" y="116726"/>
                    <a:pt x="131305" y="253886"/>
                    <a:pt x="121145" y="280556"/>
                  </a:cubicBezTo>
                  <a:cubicBezTo>
                    <a:pt x="116065" y="291986"/>
                    <a:pt x="104635" y="298336"/>
                    <a:pt x="95745" y="298336"/>
                  </a:cubicBezTo>
                  <a:cubicBezTo>
                    <a:pt x="88125" y="298336"/>
                    <a:pt x="74155" y="288176"/>
                    <a:pt x="71615" y="280556"/>
                  </a:cubicBezTo>
                  <a:cubicBezTo>
                    <a:pt x="69075" y="272936"/>
                    <a:pt x="72885" y="262776"/>
                    <a:pt x="76695" y="256426"/>
                  </a:cubicBezTo>
                  <a:cubicBezTo>
                    <a:pt x="81775" y="251346"/>
                    <a:pt x="91935" y="247536"/>
                    <a:pt x="99555" y="248806"/>
                  </a:cubicBezTo>
                  <a:cubicBezTo>
                    <a:pt x="105905" y="248806"/>
                    <a:pt x="116065" y="255156"/>
                    <a:pt x="118605" y="261506"/>
                  </a:cubicBezTo>
                  <a:cubicBezTo>
                    <a:pt x="122415" y="269126"/>
                    <a:pt x="119875" y="286906"/>
                    <a:pt x="113525" y="291986"/>
                  </a:cubicBezTo>
                  <a:cubicBezTo>
                    <a:pt x="107175" y="297066"/>
                    <a:pt x="86855" y="297066"/>
                    <a:pt x="76695" y="289446"/>
                  </a:cubicBezTo>
                  <a:cubicBezTo>
                    <a:pt x="61455" y="276746"/>
                    <a:pt x="55105" y="227216"/>
                    <a:pt x="52565" y="195466"/>
                  </a:cubicBezTo>
                  <a:cubicBezTo>
                    <a:pt x="50025" y="161176"/>
                    <a:pt x="52565" y="100216"/>
                    <a:pt x="65265" y="92596"/>
                  </a:cubicBezTo>
                  <a:cubicBezTo>
                    <a:pt x="71615" y="87516"/>
                    <a:pt x="86855" y="93866"/>
                    <a:pt x="91935" y="100216"/>
                  </a:cubicBezTo>
                  <a:cubicBezTo>
                    <a:pt x="97015" y="106566"/>
                    <a:pt x="98285" y="121806"/>
                    <a:pt x="94475" y="129426"/>
                  </a:cubicBezTo>
                  <a:cubicBezTo>
                    <a:pt x="89395" y="138316"/>
                    <a:pt x="74155" y="145936"/>
                    <a:pt x="62725" y="149746"/>
                  </a:cubicBezTo>
                  <a:cubicBezTo>
                    <a:pt x="51295" y="153556"/>
                    <a:pt x="36055" y="156096"/>
                    <a:pt x="27165" y="149746"/>
                  </a:cubicBezTo>
                  <a:cubicBezTo>
                    <a:pt x="17005" y="144666"/>
                    <a:pt x="3035" y="125616"/>
                    <a:pt x="4305" y="115456"/>
                  </a:cubicBezTo>
                  <a:cubicBezTo>
                    <a:pt x="4305" y="105296"/>
                    <a:pt x="18275" y="90056"/>
                    <a:pt x="25895" y="88786"/>
                  </a:cubicBezTo>
                  <a:cubicBezTo>
                    <a:pt x="34785" y="88786"/>
                    <a:pt x="51295" y="100216"/>
                    <a:pt x="53835" y="107836"/>
                  </a:cubicBezTo>
                  <a:cubicBezTo>
                    <a:pt x="56375" y="115456"/>
                    <a:pt x="46215" y="121806"/>
                    <a:pt x="44945" y="133236"/>
                  </a:cubicBezTo>
                  <a:cubicBezTo>
                    <a:pt x="44945" y="157366"/>
                    <a:pt x="79235" y="225946"/>
                    <a:pt x="76695" y="248806"/>
                  </a:cubicBezTo>
                  <a:cubicBezTo>
                    <a:pt x="75425" y="258966"/>
                    <a:pt x="71615" y="265316"/>
                    <a:pt x="65265" y="270396"/>
                  </a:cubicBezTo>
                  <a:cubicBezTo>
                    <a:pt x="60185" y="274206"/>
                    <a:pt x="48755" y="275476"/>
                    <a:pt x="42405" y="272936"/>
                  </a:cubicBezTo>
                  <a:cubicBezTo>
                    <a:pt x="36055" y="270396"/>
                    <a:pt x="30975" y="265316"/>
                    <a:pt x="27165" y="255156"/>
                  </a:cubicBezTo>
                  <a:cubicBezTo>
                    <a:pt x="15735" y="224676"/>
                    <a:pt x="14465" y="84976"/>
                    <a:pt x="30975" y="54496"/>
                  </a:cubicBezTo>
                  <a:cubicBezTo>
                    <a:pt x="37325" y="41796"/>
                    <a:pt x="50025" y="35446"/>
                    <a:pt x="57645" y="35446"/>
                  </a:cubicBezTo>
                  <a:cubicBezTo>
                    <a:pt x="66535" y="35446"/>
                    <a:pt x="75425" y="44336"/>
                    <a:pt x="81775" y="57036"/>
                  </a:cubicBezTo>
                  <a:cubicBezTo>
                    <a:pt x="94475" y="82436"/>
                    <a:pt x="104635" y="171336"/>
                    <a:pt x="98285" y="199276"/>
                  </a:cubicBezTo>
                  <a:cubicBezTo>
                    <a:pt x="95745" y="210706"/>
                    <a:pt x="89395" y="219596"/>
                    <a:pt x="81775" y="222136"/>
                  </a:cubicBezTo>
                  <a:cubicBezTo>
                    <a:pt x="75425" y="225946"/>
                    <a:pt x="63995" y="223406"/>
                    <a:pt x="58915" y="219596"/>
                  </a:cubicBezTo>
                  <a:cubicBezTo>
                    <a:pt x="52565" y="215786"/>
                    <a:pt x="50025" y="209436"/>
                    <a:pt x="47485" y="199276"/>
                  </a:cubicBezTo>
                  <a:cubicBezTo>
                    <a:pt x="42405" y="172606"/>
                    <a:pt x="53835" y="92596"/>
                    <a:pt x="62725" y="57036"/>
                  </a:cubicBezTo>
                  <a:cubicBezTo>
                    <a:pt x="69075" y="34176"/>
                    <a:pt x="74155" y="10046"/>
                    <a:pt x="85585" y="3696"/>
                  </a:cubicBezTo>
                  <a:cubicBezTo>
                    <a:pt x="95745" y="-1384"/>
                    <a:pt x="114795" y="2426"/>
                    <a:pt x="122415" y="13856"/>
                  </a:cubicBezTo>
                  <a:cubicBezTo>
                    <a:pt x="142735" y="40526"/>
                    <a:pt x="130035" y="205626"/>
                    <a:pt x="109715" y="233566"/>
                  </a:cubicBezTo>
                  <a:cubicBezTo>
                    <a:pt x="102095" y="244996"/>
                    <a:pt x="86855" y="248806"/>
                    <a:pt x="77965" y="246266"/>
                  </a:cubicBezTo>
                  <a:cubicBezTo>
                    <a:pt x="70345" y="243726"/>
                    <a:pt x="66535" y="234836"/>
                    <a:pt x="61455" y="222136"/>
                  </a:cubicBezTo>
                  <a:cubicBezTo>
                    <a:pt x="50025" y="189116"/>
                    <a:pt x="39865" y="51956"/>
                    <a:pt x="50025" y="22746"/>
                  </a:cubicBezTo>
                  <a:cubicBezTo>
                    <a:pt x="53835" y="12586"/>
                    <a:pt x="58915" y="7506"/>
                    <a:pt x="65265" y="4966"/>
                  </a:cubicBezTo>
                  <a:cubicBezTo>
                    <a:pt x="71615" y="2426"/>
                    <a:pt x="83045" y="3696"/>
                    <a:pt x="89395" y="7506"/>
                  </a:cubicBezTo>
                  <a:cubicBezTo>
                    <a:pt x="94475" y="11316"/>
                    <a:pt x="98285" y="17666"/>
                    <a:pt x="99555" y="29096"/>
                  </a:cubicBezTo>
                  <a:cubicBezTo>
                    <a:pt x="104635" y="53226"/>
                    <a:pt x="98285" y="142126"/>
                    <a:pt x="83045" y="162446"/>
                  </a:cubicBezTo>
                  <a:cubicBezTo>
                    <a:pt x="74155" y="171336"/>
                    <a:pt x="58915" y="176416"/>
                    <a:pt x="51295" y="173876"/>
                  </a:cubicBezTo>
                  <a:cubicBezTo>
                    <a:pt x="43675" y="171336"/>
                    <a:pt x="37325" y="161176"/>
                    <a:pt x="34785" y="149746"/>
                  </a:cubicBezTo>
                  <a:cubicBezTo>
                    <a:pt x="29705" y="126886"/>
                    <a:pt x="42405" y="57036"/>
                    <a:pt x="53835" y="36716"/>
                  </a:cubicBezTo>
                  <a:cubicBezTo>
                    <a:pt x="58915" y="27826"/>
                    <a:pt x="63995" y="22746"/>
                    <a:pt x="71615" y="21476"/>
                  </a:cubicBezTo>
                  <a:cubicBezTo>
                    <a:pt x="77965" y="20206"/>
                    <a:pt x="88125" y="22746"/>
                    <a:pt x="94475" y="26556"/>
                  </a:cubicBezTo>
                  <a:cubicBezTo>
                    <a:pt x="99555" y="31636"/>
                    <a:pt x="102095" y="37986"/>
                    <a:pt x="102095" y="48146"/>
                  </a:cubicBezTo>
                  <a:cubicBezTo>
                    <a:pt x="104635" y="76086"/>
                    <a:pt x="80505" y="172606"/>
                    <a:pt x="61455" y="194196"/>
                  </a:cubicBezTo>
                  <a:cubicBezTo>
                    <a:pt x="53835" y="203086"/>
                    <a:pt x="43675" y="208166"/>
                    <a:pt x="36055" y="205626"/>
                  </a:cubicBezTo>
                  <a:cubicBezTo>
                    <a:pt x="27165" y="204356"/>
                    <a:pt x="18275" y="192926"/>
                    <a:pt x="14465" y="178956"/>
                  </a:cubicBezTo>
                  <a:cubicBezTo>
                    <a:pt x="8115" y="154826"/>
                    <a:pt x="19545" y="77356"/>
                    <a:pt x="36055" y="57036"/>
                  </a:cubicBezTo>
                  <a:cubicBezTo>
                    <a:pt x="44945" y="45606"/>
                    <a:pt x="61455" y="37986"/>
                    <a:pt x="70345" y="40526"/>
                  </a:cubicBezTo>
                  <a:cubicBezTo>
                    <a:pt x="77965" y="43066"/>
                    <a:pt x="83045" y="53226"/>
                    <a:pt x="85585" y="65926"/>
                  </a:cubicBezTo>
                  <a:cubicBezTo>
                    <a:pt x="91935" y="91326"/>
                    <a:pt x="89395" y="177686"/>
                    <a:pt x="75425" y="200546"/>
                  </a:cubicBezTo>
                  <a:cubicBezTo>
                    <a:pt x="69075" y="213246"/>
                    <a:pt x="56375" y="220866"/>
                    <a:pt x="48755" y="219596"/>
                  </a:cubicBezTo>
                  <a:cubicBezTo>
                    <a:pt x="39865" y="219596"/>
                    <a:pt x="30975" y="208166"/>
                    <a:pt x="25895" y="195466"/>
                  </a:cubicBezTo>
                  <a:cubicBezTo>
                    <a:pt x="15735" y="166256"/>
                    <a:pt x="13195" y="63386"/>
                    <a:pt x="29705" y="35446"/>
                  </a:cubicBezTo>
                  <a:cubicBezTo>
                    <a:pt x="38595" y="21476"/>
                    <a:pt x="60185" y="11316"/>
                    <a:pt x="69075" y="13856"/>
                  </a:cubicBezTo>
                  <a:cubicBezTo>
                    <a:pt x="76695" y="15126"/>
                    <a:pt x="81775" y="25286"/>
                    <a:pt x="85585" y="37986"/>
                  </a:cubicBezTo>
                  <a:cubicBezTo>
                    <a:pt x="94475" y="65926"/>
                    <a:pt x="97015" y="173876"/>
                    <a:pt x="83045" y="198006"/>
                  </a:cubicBezTo>
                  <a:cubicBezTo>
                    <a:pt x="76695" y="208166"/>
                    <a:pt x="65265" y="211976"/>
                    <a:pt x="57645" y="210706"/>
                  </a:cubicBezTo>
                  <a:cubicBezTo>
                    <a:pt x="48755" y="210706"/>
                    <a:pt x="41135" y="203086"/>
                    <a:pt x="36055" y="191656"/>
                  </a:cubicBezTo>
                  <a:cubicBezTo>
                    <a:pt x="24625" y="168796"/>
                    <a:pt x="23355" y="83706"/>
                    <a:pt x="34785" y="58306"/>
                  </a:cubicBezTo>
                  <a:cubicBezTo>
                    <a:pt x="41135" y="44336"/>
                    <a:pt x="55105" y="31636"/>
                    <a:pt x="62725" y="32906"/>
                  </a:cubicBezTo>
                  <a:cubicBezTo>
                    <a:pt x="71615" y="32906"/>
                    <a:pt x="85585" y="58306"/>
                    <a:pt x="85585" y="58306"/>
                  </a:cubicBezTo>
                </a:path>
              </a:pathLst>
            </a:custGeom>
            <a:solidFill>
              <a:srgbClr val="BDC8D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88" name="Group 88"/>
          <p:cNvGrpSpPr/>
          <p:nvPr/>
        </p:nvGrpSpPr>
        <p:grpSpPr>
          <a:xfrm>
            <a:off x="6357938" y="3513772"/>
            <a:ext cx="128588" cy="207645"/>
            <a:chOff x="0" y="0"/>
            <a:chExt cx="171450" cy="276860"/>
          </a:xfrm>
        </p:grpSpPr>
        <p:sp>
          <p:nvSpPr>
            <p:cNvPr id="89" name="Freeform 89"/>
            <p:cNvSpPr/>
            <p:nvPr/>
          </p:nvSpPr>
          <p:spPr>
            <a:xfrm>
              <a:off x="50800" y="50227"/>
              <a:ext cx="70992" cy="175211"/>
            </a:xfrm>
            <a:custGeom>
              <a:avLst/>
              <a:gdLst/>
              <a:ahLst/>
              <a:cxnLst/>
              <a:rect l="l" t="t" r="r" b="b"/>
              <a:pathLst>
                <a:path w="70992" h="175211">
                  <a:moveTo>
                    <a:pt x="0" y="150433"/>
                  </a:moveTo>
                  <a:cubicBezTo>
                    <a:pt x="31750" y="573"/>
                    <a:pt x="45720" y="-1967"/>
                    <a:pt x="53340" y="573"/>
                  </a:cubicBezTo>
                  <a:cubicBezTo>
                    <a:pt x="60960" y="4383"/>
                    <a:pt x="69850" y="19623"/>
                    <a:pt x="68580" y="27243"/>
                  </a:cubicBezTo>
                  <a:cubicBezTo>
                    <a:pt x="67310" y="36133"/>
                    <a:pt x="48260" y="50103"/>
                    <a:pt x="39370" y="50103"/>
                  </a:cubicBezTo>
                  <a:cubicBezTo>
                    <a:pt x="31750" y="50103"/>
                    <a:pt x="22860" y="41213"/>
                    <a:pt x="20320" y="34863"/>
                  </a:cubicBezTo>
                  <a:cubicBezTo>
                    <a:pt x="17780" y="28513"/>
                    <a:pt x="17780" y="17083"/>
                    <a:pt x="21590" y="10733"/>
                  </a:cubicBezTo>
                  <a:cubicBezTo>
                    <a:pt x="26670" y="4383"/>
                    <a:pt x="41910" y="-1967"/>
                    <a:pt x="50800" y="573"/>
                  </a:cubicBezTo>
                  <a:cubicBezTo>
                    <a:pt x="58420" y="1843"/>
                    <a:pt x="66040" y="12003"/>
                    <a:pt x="68580" y="24703"/>
                  </a:cubicBezTo>
                  <a:cubicBezTo>
                    <a:pt x="76200" y="51373"/>
                    <a:pt x="64770" y="141543"/>
                    <a:pt x="48260" y="161863"/>
                  </a:cubicBezTo>
                  <a:cubicBezTo>
                    <a:pt x="39370" y="172023"/>
                    <a:pt x="24130" y="177103"/>
                    <a:pt x="16510" y="174563"/>
                  </a:cubicBezTo>
                  <a:cubicBezTo>
                    <a:pt x="8890" y="172023"/>
                    <a:pt x="0" y="150433"/>
                    <a:pt x="0" y="150433"/>
                  </a:cubicBezTo>
                </a:path>
              </a:pathLst>
            </a:custGeom>
            <a:solidFill>
              <a:srgbClr val="BDC8D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90" name="Group 90"/>
          <p:cNvGrpSpPr/>
          <p:nvPr/>
        </p:nvGrpSpPr>
        <p:grpSpPr>
          <a:xfrm>
            <a:off x="6445568" y="3519488"/>
            <a:ext cx="127635" cy="187642"/>
            <a:chOff x="0" y="0"/>
            <a:chExt cx="170180" cy="250190"/>
          </a:xfrm>
        </p:grpSpPr>
        <p:sp>
          <p:nvSpPr>
            <p:cNvPr id="91" name="Freeform 91"/>
            <p:cNvSpPr/>
            <p:nvPr/>
          </p:nvSpPr>
          <p:spPr>
            <a:xfrm>
              <a:off x="48795" y="50554"/>
              <a:ext cx="71326" cy="149122"/>
            </a:xfrm>
            <a:custGeom>
              <a:avLst/>
              <a:gdLst/>
              <a:ahLst/>
              <a:cxnLst/>
              <a:rect l="l" t="t" r="r" b="b"/>
              <a:pathLst>
                <a:path w="71326" h="149122">
                  <a:moveTo>
                    <a:pt x="22325" y="136136"/>
                  </a:moveTo>
                  <a:cubicBezTo>
                    <a:pt x="735" y="63746"/>
                    <a:pt x="-3075" y="34536"/>
                    <a:pt x="2005" y="20566"/>
                  </a:cubicBezTo>
                  <a:cubicBezTo>
                    <a:pt x="7085" y="10406"/>
                    <a:pt x="15975" y="1516"/>
                    <a:pt x="23595" y="246"/>
                  </a:cubicBezTo>
                  <a:cubicBezTo>
                    <a:pt x="29945" y="-1024"/>
                    <a:pt x="41375" y="2786"/>
                    <a:pt x="46455" y="7866"/>
                  </a:cubicBezTo>
                  <a:cubicBezTo>
                    <a:pt x="50265" y="12946"/>
                    <a:pt x="54075" y="26916"/>
                    <a:pt x="51535" y="33266"/>
                  </a:cubicBezTo>
                  <a:cubicBezTo>
                    <a:pt x="48995" y="40886"/>
                    <a:pt x="41375" y="48506"/>
                    <a:pt x="33755" y="49776"/>
                  </a:cubicBezTo>
                  <a:cubicBezTo>
                    <a:pt x="27405" y="52316"/>
                    <a:pt x="15975" y="49776"/>
                    <a:pt x="10895" y="44696"/>
                  </a:cubicBezTo>
                  <a:cubicBezTo>
                    <a:pt x="5815" y="39616"/>
                    <a:pt x="2005" y="21836"/>
                    <a:pt x="4545" y="14216"/>
                  </a:cubicBezTo>
                  <a:cubicBezTo>
                    <a:pt x="7085" y="7866"/>
                    <a:pt x="15975" y="1516"/>
                    <a:pt x="23595" y="246"/>
                  </a:cubicBezTo>
                  <a:cubicBezTo>
                    <a:pt x="31215" y="246"/>
                    <a:pt x="46455" y="7866"/>
                    <a:pt x="50265" y="15486"/>
                  </a:cubicBezTo>
                  <a:cubicBezTo>
                    <a:pt x="54075" y="20566"/>
                    <a:pt x="52805" y="33266"/>
                    <a:pt x="48995" y="38346"/>
                  </a:cubicBezTo>
                  <a:cubicBezTo>
                    <a:pt x="45185" y="44696"/>
                    <a:pt x="36295" y="51046"/>
                    <a:pt x="28675" y="51046"/>
                  </a:cubicBezTo>
                  <a:cubicBezTo>
                    <a:pt x="22325" y="51046"/>
                    <a:pt x="10895" y="45966"/>
                    <a:pt x="7085" y="40886"/>
                  </a:cubicBezTo>
                  <a:cubicBezTo>
                    <a:pt x="3275" y="35806"/>
                    <a:pt x="735" y="26916"/>
                    <a:pt x="2005" y="20566"/>
                  </a:cubicBezTo>
                  <a:cubicBezTo>
                    <a:pt x="4545" y="12946"/>
                    <a:pt x="15975" y="1516"/>
                    <a:pt x="23595" y="246"/>
                  </a:cubicBezTo>
                  <a:cubicBezTo>
                    <a:pt x="31215" y="-1024"/>
                    <a:pt x="42645" y="4056"/>
                    <a:pt x="48995" y="12946"/>
                  </a:cubicBezTo>
                  <a:cubicBezTo>
                    <a:pt x="62965" y="30726"/>
                    <a:pt x="74395" y="94226"/>
                    <a:pt x="70585" y="118356"/>
                  </a:cubicBezTo>
                  <a:cubicBezTo>
                    <a:pt x="68045" y="132326"/>
                    <a:pt x="61695" y="145026"/>
                    <a:pt x="54075" y="148836"/>
                  </a:cubicBezTo>
                  <a:cubicBezTo>
                    <a:pt x="46455" y="151376"/>
                    <a:pt x="22325" y="136136"/>
                    <a:pt x="22325" y="136136"/>
                  </a:cubicBezTo>
                </a:path>
              </a:pathLst>
            </a:custGeom>
            <a:solidFill>
              <a:srgbClr val="BDC8D7"/>
            </a:solidFill>
            <a:ln cap="sq">
              <a:noFill/>
              <a:prstDash val="solid"/>
              <a:miter/>
            </a:ln>
          </p:spPr>
        </p:sp>
      </p:grpSp>
      <p:sp>
        <p:nvSpPr>
          <p:cNvPr id="92" name="AutoShape 92"/>
          <p:cNvSpPr/>
          <p:nvPr/>
        </p:nvSpPr>
        <p:spPr>
          <a:xfrm>
            <a:off x="5939314" y="5179349"/>
            <a:ext cx="111919" cy="149888"/>
          </a:xfrm>
          <a:prstGeom prst="line">
            <a:avLst/>
          </a:prstGeom>
          <a:ln w="38100" cap="flat">
            <a:solidFill>
              <a:srgbClr val="1302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3" name="AutoShape 93"/>
          <p:cNvSpPr/>
          <p:nvPr/>
        </p:nvSpPr>
        <p:spPr>
          <a:xfrm flipH="1">
            <a:off x="5861849" y="5184751"/>
            <a:ext cx="67300" cy="156561"/>
          </a:xfrm>
          <a:prstGeom prst="line">
            <a:avLst/>
          </a:prstGeom>
          <a:ln w="38100" cap="flat">
            <a:solidFill>
              <a:srgbClr val="1302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4" name="AutoShape 94"/>
          <p:cNvSpPr/>
          <p:nvPr/>
        </p:nvSpPr>
        <p:spPr>
          <a:xfrm flipH="1">
            <a:off x="5871181" y="4615561"/>
            <a:ext cx="67300" cy="156561"/>
          </a:xfrm>
          <a:prstGeom prst="line">
            <a:avLst/>
          </a:prstGeom>
          <a:ln w="38100" cap="flat">
            <a:solidFill>
              <a:srgbClr val="1302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5" name="AutoShape 95"/>
          <p:cNvSpPr/>
          <p:nvPr/>
        </p:nvSpPr>
        <p:spPr>
          <a:xfrm>
            <a:off x="5932485" y="4621979"/>
            <a:ext cx="118748" cy="132901"/>
          </a:xfrm>
          <a:prstGeom prst="line">
            <a:avLst/>
          </a:prstGeom>
          <a:ln w="38100" cap="flat">
            <a:solidFill>
              <a:srgbClr val="1302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6" name="AutoShape 96"/>
          <p:cNvSpPr/>
          <p:nvPr/>
        </p:nvSpPr>
        <p:spPr>
          <a:xfrm flipV="1">
            <a:off x="6462505" y="3613309"/>
            <a:ext cx="165814" cy="99389"/>
          </a:xfrm>
          <a:prstGeom prst="line">
            <a:avLst/>
          </a:prstGeom>
          <a:ln w="38100" cap="flat">
            <a:solidFill>
              <a:srgbClr val="1302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7" name="AutoShape 97"/>
          <p:cNvSpPr/>
          <p:nvPr/>
        </p:nvSpPr>
        <p:spPr>
          <a:xfrm>
            <a:off x="6321152" y="3586831"/>
            <a:ext cx="156510" cy="118807"/>
          </a:xfrm>
          <a:prstGeom prst="line">
            <a:avLst/>
          </a:prstGeom>
          <a:ln w="38100" cap="flat">
            <a:solidFill>
              <a:srgbClr val="1302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8" name="AutoShape 98"/>
          <p:cNvSpPr/>
          <p:nvPr/>
        </p:nvSpPr>
        <p:spPr>
          <a:xfrm flipV="1">
            <a:off x="6465705" y="4688154"/>
            <a:ext cx="71331" cy="71331"/>
          </a:xfrm>
          <a:prstGeom prst="line">
            <a:avLst/>
          </a:prstGeom>
          <a:ln w="38100" cap="flat">
            <a:solidFill>
              <a:srgbClr val="1302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9" name="AutoShape 99"/>
          <p:cNvSpPr/>
          <p:nvPr/>
        </p:nvSpPr>
        <p:spPr>
          <a:xfrm>
            <a:off x="6289253" y="4646295"/>
            <a:ext cx="164934" cy="113696"/>
          </a:xfrm>
          <a:prstGeom prst="line">
            <a:avLst/>
          </a:prstGeom>
          <a:ln w="38100" cap="flat">
            <a:solidFill>
              <a:srgbClr val="1302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0" name="AutoShape 100"/>
          <p:cNvSpPr/>
          <p:nvPr/>
        </p:nvSpPr>
        <p:spPr>
          <a:xfrm>
            <a:off x="6423289" y="5581506"/>
            <a:ext cx="38428" cy="119856"/>
          </a:xfrm>
          <a:prstGeom prst="line">
            <a:avLst/>
          </a:prstGeom>
          <a:ln w="38100" cap="flat">
            <a:solidFill>
              <a:srgbClr val="13027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1" name="AutoShape 101"/>
          <p:cNvSpPr/>
          <p:nvPr/>
        </p:nvSpPr>
        <p:spPr>
          <a:xfrm flipV="1">
            <a:off x="6469508" y="5589348"/>
            <a:ext cx="79755" cy="91283"/>
          </a:xfrm>
          <a:prstGeom prst="line">
            <a:avLst/>
          </a:prstGeom>
          <a:ln w="38100" cap="flat">
            <a:solidFill>
              <a:srgbClr val="13027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2" name="Group 102"/>
          <p:cNvGrpSpPr/>
          <p:nvPr/>
        </p:nvGrpSpPr>
        <p:grpSpPr>
          <a:xfrm>
            <a:off x="5884545" y="5203508"/>
            <a:ext cx="111442" cy="108585"/>
            <a:chOff x="0" y="0"/>
            <a:chExt cx="148590" cy="144780"/>
          </a:xfrm>
        </p:grpSpPr>
        <p:sp>
          <p:nvSpPr>
            <p:cNvPr id="103" name="Freeform 103"/>
            <p:cNvSpPr/>
            <p:nvPr/>
          </p:nvSpPr>
          <p:spPr>
            <a:xfrm>
              <a:off x="48446" y="49054"/>
              <a:ext cx="48074" cy="40785"/>
            </a:xfrm>
            <a:custGeom>
              <a:avLst/>
              <a:gdLst/>
              <a:ahLst/>
              <a:cxnLst/>
              <a:rect l="l" t="t" r="r" b="b"/>
              <a:pathLst>
                <a:path w="48074" h="40785">
                  <a:moveTo>
                    <a:pt x="48074" y="14446"/>
                  </a:moveTo>
                  <a:cubicBezTo>
                    <a:pt x="26484" y="48736"/>
                    <a:pt x="6164" y="42386"/>
                    <a:pt x="2354" y="34766"/>
                  </a:cubicBezTo>
                  <a:cubicBezTo>
                    <a:pt x="-2726" y="27146"/>
                    <a:pt x="1084" y="6826"/>
                    <a:pt x="7434" y="1746"/>
                  </a:cubicBezTo>
                  <a:cubicBezTo>
                    <a:pt x="15054" y="-3334"/>
                    <a:pt x="41724" y="4286"/>
                    <a:pt x="41724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4" name="Group 104"/>
          <p:cNvGrpSpPr/>
          <p:nvPr/>
        </p:nvGrpSpPr>
        <p:grpSpPr>
          <a:xfrm>
            <a:off x="5869305" y="5218747"/>
            <a:ext cx="111442" cy="108585"/>
            <a:chOff x="0" y="0"/>
            <a:chExt cx="148590" cy="144780"/>
          </a:xfrm>
        </p:grpSpPr>
        <p:sp>
          <p:nvSpPr>
            <p:cNvPr id="105" name="Freeform 105"/>
            <p:cNvSpPr/>
            <p:nvPr/>
          </p:nvSpPr>
          <p:spPr>
            <a:xfrm>
              <a:off x="48446" y="49054"/>
              <a:ext cx="48074" cy="40785"/>
            </a:xfrm>
            <a:custGeom>
              <a:avLst/>
              <a:gdLst/>
              <a:ahLst/>
              <a:cxnLst/>
              <a:rect l="l" t="t" r="r" b="b"/>
              <a:pathLst>
                <a:path w="48074" h="40785">
                  <a:moveTo>
                    <a:pt x="48074" y="14446"/>
                  </a:moveTo>
                  <a:cubicBezTo>
                    <a:pt x="26484" y="48736"/>
                    <a:pt x="6164" y="42386"/>
                    <a:pt x="2354" y="34766"/>
                  </a:cubicBezTo>
                  <a:cubicBezTo>
                    <a:pt x="-2726" y="27146"/>
                    <a:pt x="1084" y="6826"/>
                    <a:pt x="7434" y="1746"/>
                  </a:cubicBezTo>
                  <a:cubicBezTo>
                    <a:pt x="15054" y="-3334"/>
                    <a:pt x="41724" y="4286"/>
                    <a:pt x="41724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6" name="Group 106"/>
          <p:cNvGrpSpPr/>
          <p:nvPr/>
        </p:nvGrpSpPr>
        <p:grpSpPr>
          <a:xfrm>
            <a:off x="5904547" y="5218747"/>
            <a:ext cx="111442" cy="108585"/>
            <a:chOff x="0" y="0"/>
            <a:chExt cx="148590" cy="144780"/>
          </a:xfrm>
        </p:grpSpPr>
        <p:sp>
          <p:nvSpPr>
            <p:cNvPr id="107" name="Freeform 107"/>
            <p:cNvSpPr/>
            <p:nvPr/>
          </p:nvSpPr>
          <p:spPr>
            <a:xfrm>
              <a:off x="48487" y="49054"/>
              <a:ext cx="48033" cy="40785"/>
            </a:xfrm>
            <a:custGeom>
              <a:avLst/>
              <a:gdLst/>
              <a:ahLst/>
              <a:cxnLst/>
              <a:rect l="l" t="t" r="r" b="b"/>
              <a:pathLst>
                <a:path w="48033" h="40785">
                  <a:moveTo>
                    <a:pt x="48033" y="14446"/>
                  </a:moveTo>
                  <a:cubicBezTo>
                    <a:pt x="26443" y="48736"/>
                    <a:pt x="6123" y="42386"/>
                    <a:pt x="2313" y="34766"/>
                  </a:cubicBezTo>
                  <a:cubicBezTo>
                    <a:pt x="-2767" y="27146"/>
                    <a:pt x="1043" y="6826"/>
                    <a:pt x="8663" y="1746"/>
                  </a:cubicBezTo>
                  <a:cubicBezTo>
                    <a:pt x="15013" y="-3334"/>
                    <a:pt x="41683" y="4286"/>
                    <a:pt x="41683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8" name="Group 108"/>
          <p:cNvGrpSpPr/>
          <p:nvPr/>
        </p:nvGrpSpPr>
        <p:grpSpPr>
          <a:xfrm>
            <a:off x="5884545" y="5193030"/>
            <a:ext cx="111442" cy="108585"/>
            <a:chOff x="0" y="0"/>
            <a:chExt cx="148590" cy="144780"/>
          </a:xfrm>
        </p:grpSpPr>
        <p:sp>
          <p:nvSpPr>
            <p:cNvPr id="109" name="Freeform 109"/>
            <p:cNvSpPr/>
            <p:nvPr/>
          </p:nvSpPr>
          <p:spPr>
            <a:xfrm>
              <a:off x="48446" y="49054"/>
              <a:ext cx="48074" cy="40785"/>
            </a:xfrm>
            <a:custGeom>
              <a:avLst/>
              <a:gdLst/>
              <a:ahLst/>
              <a:cxnLst/>
              <a:rect l="l" t="t" r="r" b="b"/>
              <a:pathLst>
                <a:path w="48074" h="40785">
                  <a:moveTo>
                    <a:pt x="48074" y="14446"/>
                  </a:moveTo>
                  <a:cubicBezTo>
                    <a:pt x="26484" y="48736"/>
                    <a:pt x="6164" y="42386"/>
                    <a:pt x="2354" y="34766"/>
                  </a:cubicBezTo>
                  <a:cubicBezTo>
                    <a:pt x="-2726" y="28416"/>
                    <a:pt x="1084" y="6826"/>
                    <a:pt x="7434" y="1746"/>
                  </a:cubicBezTo>
                  <a:cubicBezTo>
                    <a:pt x="15054" y="-3334"/>
                    <a:pt x="41724" y="4286"/>
                    <a:pt x="41724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0" name="Group 110"/>
          <p:cNvGrpSpPr/>
          <p:nvPr/>
        </p:nvGrpSpPr>
        <p:grpSpPr>
          <a:xfrm>
            <a:off x="5863590" y="5233988"/>
            <a:ext cx="111442" cy="108585"/>
            <a:chOff x="0" y="0"/>
            <a:chExt cx="148590" cy="144780"/>
          </a:xfrm>
        </p:grpSpPr>
        <p:sp>
          <p:nvSpPr>
            <p:cNvPr id="111" name="Freeform 111"/>
            <p:cNvSpPr/>
            <p:nvPr/>
          </p:nvSpPr>
          <p:spPr>
            <a:xfrm>
              <a:off x="49280" y="49054"/>
              <a:ext cx="47240" cy="40785"/>
            </a:xfrm>
            <a:custGeom>
              <a:avLst/>
              <a:gdLst/>
              <a:ahLst/>
              <a:cxnLst/>
              <a:rect l="l" t="t" r="r" b="b"/>
              <a:pathLst>
                <a:path w="47240" h="40785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7146"/>
                    <a:pt x="1520" y="6826"/>
                    <a:pt x="7870" y="1746"/>
                  </a:cubicBezTo>
                  <a:cubicBezTo>
                    <a:pt x="14220" y="-3334"/>
                    <a:pt x="40890" y="4286"/>
                    <a:pt x="40890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2" name="Group 112"/>
          <p:cNvGrpSpPr/>
          <p:nvPr/>
        </p:nvGrpSpPr>
        <p:grpSpPr>
          <a:xfrm>
            <a:off x="5909310" y="5223510"/>
            <a:ext cx="111442" cy="108585"/>
            <a:chOff x="0" y="0"/>
            <a:chExt cx="148590" cy="144780"/>
          </a:xfrm>
        </p:grpSpPr>
        <p:sp>
          <p:nvSpPr>
            <p:cNvPr id="113" name="Freeform 113"/>
            <p:cNvSpPr/>
            <p:nvPr/>
          </p:nvSpPr>
          <p:spPr>
            <a:xfrm>
              <a:off x="49280" y="49054"/>
              <a:ext cx="47240" cy="40785"/>
            </a:xfrm>
            <a:custGeom>
              <a:avLst/>
              <a:gdLst/>
              <a:ahLst/>
              <a:cxnLst/>
              <a:rect l="l" t="t" r="r" b="b"/>
              <a:pathLst>
                <a:path w="47240" h="40785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8416"/>
                    <a:pt x="1520" y="6826"/>
                    <a:pt x="7870" y="1746"/>
                  </a:cubicBezTo>
                  <a:cubicBezTo>
                    <a:pt x="14220" y="-3334"/>
                    <a:pt x="40890" y="4286"/>
                    <a:pt x="40890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4" name="Group 114"/>
          <p:cNvGrpSpPr/>
          <p:nvPr/>
        </p:nvGrpSpPr>
        <p:grpSpPr>
          <a:xfrm>
            <a:off x="5894070" y="5238750"/>
            <a:ext cx="111442" cy="108585"/>
            <a:chOff x="0" y="0"/>
            <a:chExt cx="148590" cy="144780"/>
          </a:xfrm>
        </p:grpSpPr>
        <p:sp>
          <p:nvSpPr>
            <p:cNvPr id="115" name="Freeform 115"/>
            <p:cNvSpPr/>
            <p:nvPr/>
          </p:nvSpPr>
          <p:spPr>
            <a:xfrm>
              <a:off x="49280" y="49054"/>
              <a:ext cx="47240" cy="40785"/>
            </a:xfrm>
            <a:custGeom>
              <a:avLst/>
              <a:gdLst/>
              <a:ahLst/>
              <a:cxnLst/>
              <a:rect l="l" t="t" r="r" b="b"/>
              <a:pathLst>
                <a:path w="47240" h="40785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8416"/>
                    <a:pt x="1520" y="6826"/>
                    <a:pt x="7870" y="1746"/>
                  </a:cubicBezTo>
                  <a:cubicBezTo>
                    <a:pt x="14220" y="-3334"/>
                    <a:pt x="40890" y="4286"/>
                    <a:pt x="40890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6" name="Group 116"/>
          <p:cNvGrpSpPr/>
          <p:nvPr/>
        </p:nvGrpSpPr>
        <p:grpSpPr>
          <a:xfrm>
            <a:off x="5843588" y="5253990"/>
            <a:ext cx="111442" cy="108585"/>
            <a:chOff x="0" y="0"/>
            <a:chExt cx="148590" cy="144780"/>
          </a:xfrm>
        </p:grpSpPr>
        <p:sp>
          <p:nvSpPr>
            <p:cNvPr id="117" name="Freeform 117"/>
            <p:cNvSpPr/>
            <p:nvPr/>
          </p:nvSpPr>
          <p:spPr>
            <a:xfrm>
              <a:off x="48487" y="49054"/>
              <a:ext cx="48033" cy="40785"/>
            </a:xfrm>
            <a:custGeom>
              <a:avLst/>
              <a:gdLst/>
              <a:ahLst/>
              <a:cxnLst/>
              <a:rect l="l" t="t" r="r" b="b"/>
              <a:pathLst>
                <a:path w="48033" h="40785">
                  <a:moveTo>
                    <a:pt x="48033" y="14446"/>
                  </a:moveTo>
                  <a:cubicBezTo>
                    <a:pt x="26443" y="48736"/>
                    <a:pt x="6123" y="42386"/>
                    <a:pt x="2313" y="34766"/>
                  </a:cubicBezTo>
                  <a:cubicBezTo>
                    <a:pt x="-2767" y="28416"/>
                    <a:pt x="1043" y="6826"/>
                    <a:pt x="8663" y="1746"/>
                  </a:cubicBezTo>
                  <a:cubicBezTo>
                    <a:pt x="15013" y="-3334"/>
                    <a:pt x="41683" y="4286"/>
                    <a:pt x="41683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18" name="Group 118"/>
          <p:cNvGrpSpPr/>
          <p:nvPr/>
        </p:nvGrpSpPr>
        <p:grpSpPr>
          <a:xfrm>
            <a:off x="5919788" y="5249228"/>
            <a:ext cx="111442" cy="108585"/>
            <a:chOff x="0" y="0"/>
            <a:chExt cx="148590" cy="144780"/>
          </a:xfrm>
        </p:grpSpPr>
        <p:sp>
          <p:nvSpPr>
            <p:cNvPr id="119" name="Freeform 119"/>
            <p:cNvSpPr/>
            <p:nvPr/>
          </p:nvSpPr>
          <p:spPr>
            <a:xfrm>
              <a:off x="48487" y="49054"/>
              <a:ext cx="48033" cy="40785"/>
            </a:xfrm>
            <a:custGeom>
              <a:avLst/>
              <a:gdLst/>
              <a:ahLst/>
              <a:cxnLst/>
              <a:rect l="l" t="t" r="r" b="b"/>
              <a:pathLst>
                <a:path w="48033" h="40785">
                  <a:moveTo>
                    <a:pt x="48033" y="14446"/>
                  </a:moveTo>
                  <a:cubicBezTo>
                    <a:pt x="26443" y="48736"/>
                    <a:pt x="6123" y="42386"/>
                    <a:pt x="2313" y="34766"/>
                  </a:cubicBezTo>
                  <a:cubicBezTo>
                    <a:pt x="-2767" y="27146"/>
                    <a:pt x="1043" y="6826"/>
                    <a:pt x="8663" y="1746"/>
                  </a:cubicBezTo>
                  <a:cubicBezTo>
                    <a:pt x="15013" y="-3334"/>
                    <a:pt x="41683" y="4286"/>
                    <a:pt x="41683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0" name="Group 120"/>
          <p:cNvGrpSpPr/>
          <p:nvPr/>
        </p:nvGrpSpPr>
        <p:grpSpPr>
          <a:xfrm>
            <a:off x="5889308" y="5249228"/>
            <a:ext cx="111442" cy="108585"/>
            <a:chOff x="0" y="0"/>
            <a:chExt cx="148590" cy="144780"/>
          </a:xfrm>
        </p:grpSpPr>
        <p:sp>
          <p:nvSpPr>
            <p:cNvPr id="121" name="Freeform 121"/>
            <p:cNvSpPr/>
            <p:nvPr/>
          </p:nvSpPr>
          <p:spPr>
            <a:xfrm>
              <a:off x="48487" y="49054"/>
              <a:ext cx="48033" cy="40785"/>
            </a:xfrm>
            <a:custGeom>
              <a:avLst/>
              <a:gdLst/>
              <a:ahLst/>
              <a:cxnLst/>
              <a:rect l="l" t="t" r="r" b="b"/>
              <a:pathLst>
                <a:path w="48033" h="40785">
                  <a:moveTo>
                    <a:pt x="48033" y="14446"/>
                  </a:moveTo>
                  <a:cubicBezTo>
                    <a:pt x="26443" y="48736"/>
                    <a:pt x="6123" y="42386"/>
                    <a:pt x="2313" y="34766"/>
                  </a:cubicBezTo>
                  <a:cubicBezTo>
                    <a:pt x="-2767" y="27146"/>
                    <a:pt x="1043" y="6826"/>
                    <a:pt x="8663" y="1746"/>
                  </a:cubicBezTo>
                  <a:cubicBezTo>
                    <a:pt x="15013" y="-3334"/>
                    <a:pt x="41683" y="4286"/>
                    <a:pt x="41683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2" name="Group 122"/>
          <p:cNvGrpSpPr/>
          <p:nvPr/>
        </p:nvGrpSpPr>
        <p:grpSpPr>
          <a:xfrm>
            <a:off x="5863590" y="5249228"/>
            <a:ext cx="111442" cy="108585"/>
            <a:chOff x="0" y="0"/>
            <a:chExt cx="148590" cy="144780"/>
          </a:xfrm>
        </p:grpSpPr>
        <p:sp>
          <p:nvSpPr>
            <p:cNvPr id="123" name="Freeform 123"/>
            <p:cNvSpPr/>
            <p:nvPr/>
          </p:nvSpPr>
          <p:spPr>
            <a:xfrm>
              <a:off x="49280" y="49054"/>
              <a:ext cx="47240" cy="40785"/>
            </a:xfrm>
            <a:custGeom>
              <a:avLst/>
              <a:gdLst/>
              <a:ahLst/>
              <a:cxnLst/>
              <a:rect l="l" t="t" r="r" b="b"/>
              <a:pathLst>
                <a:path w="47240" h="40785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7146"/>
                    <a:pt x="1520" y="6826"/>
                    <a:pt x="7870" y="1746"/>
                  </a:cubicBezTo>
                  <a:cubicBezTo>
                    <a:pt x="14220" y="-3334"/>
                    <a:pt x="40890" y="4286"/>
                    <a:pt x="40890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4" name="Group 124"/>
          <p:cNvGrpSpPr/>
          <p:nvPr/>
        </p:nvGrpSpPr>
        <p:grpSpPr>
          <a:xfrm>
            <a:off x="5838825" y="5269230"/>
            <a:ext cx="111442" cy="108585"/>
            <a:chOff x="0" y="0"/>
            <a:chExt cx="148590" cy="144780"/>
          </a:xfrm>
        </p:grpSpPr>
        <p:sp>
          <p:nvSpPr>
            <p:cNvPr id="125" name="Freeform 125"/>
            <p:cNvSpPr/>
            <p:nvPr/>
          </p:nvSpPr>
          <p:spPr>
            <a:xfrm>
              <a:off x="48446" y="49054"/>
              <a:ext cx="48074" cy="40785"/>
            </a:xfrm>
            <a:custGeom>
              <a:avLst/>
              <a:gdLst/>
              <a:ahLst/>
              <a:cxnLst/>
              <a:rect l="l" t="t" r="r" b="b"/>
              <a:pathLst>
                <a:path w="48074" h="40785">
                  <a:moveTo>
                    <a:pt x="48074" y="14446"/>
                  </a:moveTo>
                  <a:cubicBezTo>
                    <a:pt x="26484" y="48736"/>
                    <a:pt x="6164" y="42386"/>
                    <a:pt x="2354" y="34766"/>
                  </a:cubicBezTo>
                  <a:cubicBezTo>
                    <a:pt x="-2726" y="28416"/>
                    <a:pt x="1084" y="6826"/>
                    <a:pt x="7434" y="1746"/>
                  </a:cubicBezTo>
                  <a:cubicBezTo>
                    <a:pt x="15054" y="-3334"/>
                    <a:pt x="41724" y="4286"/>
                    <a:pt x="41724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6" name="Group 126"/>
          <p:cNvGrpSpPr/>
          <p:nvPr/>
        </p:nvGrpSpPr>
        <p:grpSpPr>
          <a:xfrm>
            <a:off x="5869305" y="4644390"/>
            <a:ext cx="111442" cy="108585"/>
            <a:chOff x="0" y="0"/>
            <a:chExt cx="148590" cy="144780"/>
          </a:xfrm>
        </p:grpSpPr>
        <p:sp>
          <p:nvSpPr>
            <p:cNvPr id="127" name="Freeform 127"/>
            <p:cNvSpPr/>
            <p:nvPr/>
          </p:nvSpPr>
          <p:spPr>
            <a:xfrm>
              <a:off x="48446" y="49054"/>
              <a:ext cx="48074" cy="40785"/>
            </a:xfrm>
            <a:custGeom>
              <a:avLst/>
              <a:gdLst/>
              <a:ahLst/>
              <a:cxnLst/>
              <a:rect l="l" t="t" r="r" b="b"/>
              <a:pathLst>
                <a:path w="48074" h="40785">
                  <a:moveTo>
                    <a:pt x="48074" y="14446"/>
                  </a:moveTo>
                  <a:cubicBezTo>
                    <a:pt x="26484" y="48736"/>
                    <a:pt x="6164" y="42386"/>
                    <a:pt x="2354" y="34766"/>
                  </a:cubicBezTo>
                  <a:cubicBezTo>
                    <a:pt x="-2726" y="28416"/>
                    <a:pt x="1084" y="6826"/>
                    <a:pt x="7434" y="1746"/>
                  </a:cubicBezTo>
                  <a:cubicBezTo>
                    <a:pt x="15054" y="-3334"/>
                    <a:pt x="41724" y="4286"/>
                    <a:pt x="41724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8" name="Group 128"/>
          <p:cNvGrpSpPr/>
          <p:nvPr/>
        </p:nvGrpSpPr>
        <p:grpSpPr>
          <a:xfrm>
            <a:off x="5884545" y="4644390"/>
            <a:ext cx="111442" cy="108585"/>
            <a:chOff x="0" y="0"/>
            <a:chExt cx="148590" cy="144780"/>
          </a:xfrm>
        </p:grpSpPr>
        <p:sp>
          <p:nvSpPr>
            <p:cNvPr id="129" name="Freeform 129"/>
            <p:cNvSpPr/>
            <p:nvPr/>
          </p:nvSpPr>
          <p:spPr>
            <a:xfrm>
              <a:off x="48446" y="49054"/>
              <a:ext cx="48074" cy="40785"/>
            </a:xfrm>
            <a:custGeom>
              <a:avLst/>
              <a:gdLst/>
              <a:ahLst/>
              <a:cxnLst/>
              <a:rect l="l" t="t" r="r" b="b"/>
              <a:pathLst>
                <a:path w="48074" h="40785">
                  <a:moveTo>
                    <a:pt x="48074" y="14446"/>
                  </a:moveTo>
                  <a:cubicBezTo>
                    <a:pt x="26484" y="48736"/>
                    <a:pt x="6164" y="42386"/>
                    <a:pt x="2354" y="34766"/>
                  </a:cubicBezTo>
                  <a:cubicBezTo>
                    <a:pt x="-2726" y="28416"/>
                    <a:pt x="1084" y="6826"/>
                    <a:pt x="7434" y="1746"/>
                  </a:cubicBezTo>
                  <a:cubicBezTo>
                    <a:pt x="15054" y="-3334"/>
                    <a:pt x="41724" y="4286"/>
                    <a:pt x="41724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0" name="Group 130"/>
          <p:cNvGrpSpPr/>
          <p:nvPr/>
        </p:nvGrpSpPr>
        <p:grpSpPr>
          <a:xfrm>
            <a:off x="5874068" y="4665345"/>
            <a:ext cx="111442" cy="108585"/>
            <a:chOff x="0" y="0"/>
            <a:chExt cx="148590" cy="144780"/>
          </a:xfrm>
        </p:grpSpPr>
        <p:sp>
          <p:nvSpPr>
            <p:cNvPr id="131" name="Freeform 131"/>
            <p:cNvSpPr/>
            <p:nvPr/>
          </p:nvSpPr>
          <p:spPr>
            <a:xfrm>
              <a:off x="48487" y="48830"/>
              <a:ext cx="48033" cy="40010"/>
            </a:xfrm>
            <a:custGeom>
              <a:avLst/>
              <a:gdLst/>
              <a:ahLst/>
              <a:cxnLst/>
              <a:rect l="l" t="t" r="r" b="b"/>
              <a:pathLst>
                <a:path w="48033" h="40010">
                  <a:moveTo>
                    <a:pt x="48033" y="13400"/>
                  </a:moveTo>
                  <a:cubicBezTo>
                    <a:pt x="26443" y="47690"/>
                    <a:pt x="6123" y="41340"/>
                    <a:pt x="2313" y="34990"/>
                  </a:cubicBezTo>
                  <a:cubicBezTo>
                    <a:pt x="-2767" y="27370"/>
                    <a:pt x="1043" y="7050"/>
                    <a:pt x="8663" y="1970"/>
                  </a:cubicBezTo>
                  <a:cubicBezTo>
                    <a:pt x="15013" y="-3110"/>
                    <a:pt x="41683" y="3240"/>
                    <a:pt x="41683" y="3240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2" name="Group 132"/>
          <p:cNvGrpSpPr/>
          <p:nvPr/>
        </p:nvGrpSpPr>
        <p:grpSpPr>
          <a:xfrm>
            <a:off x="5855970" y="4675822"/>
            <a:ext cx="120015" cy="115252"/>
            <a:chOff x="0" y="0"/>
            <a:chExt cx="160020" cy="153670"/>
          </a:xfrm>
        </p:grpSpPr>
        <p:sp>
          <p:nvSpPr>
            <p:cNvPr id="133" name="Freeform 133"/>
            <p:cNvSpPr/>
            <p:nvPr/>
          </p:nvSpPr>
          <p:spPr>
            <a:xfrm>
              <a:off x="50743" y="50800"/>
              <a:ext cx="57259" cy="52233"/>
            </a:xfrm>
            <a:custGeom>
              <a:avLst/>
              <a:gdLst/>
              <a:ahLst/>
              <a:cxnLst/>
              <a:rect l="l" t="t" r="r" b="b"/>
              <a:pathLst>
                <a:path w="57259" h="52233">
                  <a:moveTo>
                    <a:pt x="31807" y="0"/>
                  </a:moveTo>
                  <a:cubicBezTo>
                    <a:pt x="58477" y="34290"/>
                    <a:pt x="50857" y="44450"/>
                    <a:pt x="45777" y="46990"/>
                  </a:cubicBezTo>
                  <a:cubicBezTo>
                    <a:pt x="39427" y="50800"/>
                    <a:pt x="27997" y="52070"/>
                    <a:pt x="21647" y="48260"/>
                  </a:cubicBezTo>
                  <a:cubicBezTo>
                    <a:pt x="15297" y="45720"/>
                    <a:pt x="7677" y="36830"/>
                    <a:pt x="7677" y="30480"/>
                  </a:cubicBezTo>
                  <a:cubicBezTo>
                    <a:pt x="6407" y="22860"/>
                    <a:pt x="10217" y="12700"/>
                    <a:pt x="15297" y="7620"/>
                  </a:cubicBezTo>
                  <a:cubicBezTo>
                    <a:pt x="20377" y="2540"/>
                    <a:pt x="30537" y="0"/>
                    <a:pt x="38157" y="1270"/>
                  </a:cubicBezTo>
                  <a:cubicBezTo>
                    <a:pt x="44507" y="2540"/>
                    <a:pt x="53397" y="10160"/>
                    <a:pt x="55937" y="16510"/>
                  </a:cubicBezTo>
                  <a:cubicBezTo>
                    <a:pt x="58477" y="22860"/>
                    <a:pt x="57207" y="34290"/>
                    <a:pt x="53397" y="40640"/>
                  </a:cubicBezTo>
                  <a:cubicBezTo>
                    <a:pt x="48317" y="46990"/>
                    <a:pt x="34347" y="53340"/>
                    <a:pt x="25457" y="52070"/>
                  </a:cubicBezTo>
                  <a:cubicBezTo>
                    <a:pt x="16567" y="50800"/>
                    <a:pt x="57" y="38100"/>
                    <a:pt x="57" y="29210"/>
                  </a:cubicBezTo>
                  <a:cubicBezTo>
                    <a:pt x="-1213" y="20320"/>
                    <a:pt x="19107" y="0"/>
                    <a:pt x="19107" y="0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4" name="Group 134"/>
          <p:cNvGrpSpPr/>
          <p:nvPr/>
        </p:nvGrpSpPr>
        <p:grpSpPr>
          <a:xfrm>
            <a:off x="5909310" y="4670108"/>
            <a:ext cx="111442" cy="108585"/>
            <a:chOff x="0" y="0"/>
            <a:chExt cx="148590" cy="144780"/>
          </a:xfrm>
        </p:grpSpPr>
        <p:sp>
          <p:nvSpPr>
            <p:cNvPr id="135" name="Freeform 135"/>
            <p:cNvSpPr/>
            <p:nvPr/>
          </p:nvSpPr>
          <p:spPr>
            <a:xfrm>
              <a:off x="49280" y="49054"/>
              <a:ext cx="47240" cy="40785"/>
            </a:xfrm>
            <a:custGeom>
              <a:avLst/>
              <a:gdLst/>
              <a:ahLst/>
              <a:cxnLst/>
              <a:rect l="l" t="t" r="r" b="b"/>
              <a:pathLst>
                <a:path w="47240" h="40785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7146"/>
                    <a:pt x="1520" y="6826"/>
                    <a:pt x="7870" y="1746"/>
                  </a:cubicBezTo>
                  <a:cubicBezTo>
                    <a:pt x="14220" y="-3334"/>
                    <a:pt x="40890" y="4286"/>
                    <a:pt x="40890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6" name="Group 136"/>
          <p:cNvGrpSpPr/>
          <p:nvPr/>
        </p:nvGrpSpPr>
        <p:grpSpPr>
          <a:xfrm>
            <a:off x="5909310" y="4690110"/>
            <a:ext cx="111442" cy="108585"/>
            <a:chOff x="0" y="0"/>
            <a:chExt cx="148590" cy="144780"/>
          </a:xfrm>
        </p:grpSpPr>
        <p:sp>
          <p:nvSpPr>
            <p:cNvPr id="137" name="Freeform 137"/>
            <p:cNvSpPr/>
            <p:nvPr/>
          </p:nvSpPr>
          <p:spPr>
            <a:xfrm>
              <a:off x="49280" y="49054"/>
              <a:ext cx="47240" cy="40785"/>
            </a:xfrm>
            <a:custGeom>
              <a:avLst/>
              <a:gdLst/>
              <a:ahLst/>
              <a:cxnLst/>
              <a:rect l="l" t="t" r="r" b="b"/>
              <a:pathLst>
                <a:path w="47240" h="40785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8416"/>
                    <a:pt x="1520" y="6826"/>
                    <a:pt x="7870" y="1746"/>
                  </a:cubicBezTo>
                  <a:cubicBezTo>
                    <a:pt x="14220" y="-3334"/>
                    <a:pt x="40890" y="4286"/>
                    <a:pt x="40890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38" name="Group 138"/>
          <p:cNvGrpSpPr/>
          <p:nvPr/>
        </p:nvGrpSpPr>
        <p:grpSpPr>
          <a:xfrm>
            <a:off x="5874068" y="4690110"/>
            <a:ext cx="111442" cy="108585"/>
            <a:chOff x="0" y="0"/>
            <a:chExt cx="148590" cy="144780"/>
          </a:xfrm>
        </p:grpSpPr>
        <p:sp>
          <p:nvSpPr>
            <p:cNvPr id="139" name="Freeform 139"/>
            <p:cNvSpPr/>
            <p:nvPr/>
          </p:nvSpPr>
          <p:spPr>
            <a:xfrm>
              <a:off x="48487" y="49054"/>
              <a:ext cx="48033" cy="40785"/>
            </a:xfrm>
            <a:custGeom>
              <a:avLst/>
              <a:gdLst/>
              <a:ahLst/>
              <a:cxnLst/>
              <a:rect l="l" t="t" r="r" b="b"/>
              <a:pathLst>
                <a:path w="48033" h="40785">
                  <a:moveTo>
                    <a:pt x="48033" y="14446"/>
                  </a:moveTo>
                  <a:cubicBezTo>
                    <a:pt x="26443" y="48736"/>
                    <a:pt x="6123" y="42386"/>
                    <a:pt x="2313" y="34766"/>
                  </a:cubicBezTo>
                  <a:cubicBezTo>
                    <a:pt x="-2767" y="28416"/>
                    <a:pt x="1043" y="6826"/>
                    <a:pt x="8663" y="1746"/>
                  </a:cubicBezTo>
                  <a:cubicBezTo>
                    <a:pt x="15013" y="-3334"/>
                    <a:pt x="41683" y="4286"/>
                    <a:pt x="41683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0" name="Group 140"/>
          <p:cNvGrpSpPr/>
          <p:nvPr/>
        </p:nvGrpSpPr>
        <p:grpSpPr>
          <a:xfrm>
            <a:off x="5858828" y="4700588"/>
            <a:ext cx="111442" cy="108585"/>
            <a:chOff x="0" y="0"/>
            <a:chExt cx="148590" cy="144780"/>
          </a:xfrm>
        </p:grpSpPr>
        <p:sp>
          <p:nvSpPr>
            <p:cNvPr id="141" name="Freeform 141"/>
            <p:cNvSpPr/>
            <p:nvPr/>
          </p:nvSpPr>
          <p:spPr>
            <a:xfrm>
              <a:off x="48487" y="49054"/>
              <a:ext cx="48033" cy="40785"/>
            </a:xfrm>
            <a:custGeom>
              <a:avLst/>
              <a:gdLst/>
              <a:ahLst/>
              <a:cxnLst/>
              <a:rect l="l" t="t" r="r" b="b"/>
              <a:pathLst>
                <a:path w="48033" h="40785">
                  <a:moveTo>
                    <a:pt x="48033" y="14446"/>
                  </a:moveTo>
                  <a:cubicBezTo>
                    <a:pt x="26443" y="48736"/>
                    <a:pt x="6123" y="42386"/>
                    <a:pt x="2313" y="34766"/>
                  </a:cubicBezTo>
                  <a:cubicBezTo>
                    <a:pt x="-2767" y="27146"/>
                    <a:pt x="1043" y="6826"/>
                    <a:pt x="8663" y="1746"/>
                  </a:cubicBezTo>
                  <a:cubicBezTo>
                    <a:pt x="15013" y="-3334"/>
                    <a:pt x="41683" y="4286"/>
                    <a:pt x="41683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2" name="Group 142"/>
          <p:cNvGrpSpPr/>
          <p:nvPr/>
        </p:nvGrpSpPr>
        <p:grpSpPr>
          <a:xfrm>
            <a:off x="5843588" y="4705350"/>
            <a:ext cx="111442" cy="108585"/>
            <a:chOff x="0" y="0"/>
            <a:chExt cx="148590" cy="144780"/>
          </a:xfrm>
        </p:grpSpPr>
        <p:sp>
          <p:nvSpPr>
            <p:cNvPr id="143" name="Freeform 143"/>
            <p:cNvSpPr/>
            <p:nvPr/>
          </p:nvSpPr>
          <p:spPr>
            <a:xfrm>
              <a:off x="48487" y="49054"/>
              <a:ext cx="48033" cy="40785"/>
            </a:xfrm>
            <a:custGeom>
              <a:avLst/>
              <a:gdLst/>
              <a:ahLst/>
              <a:cxnLst/>
              <a:rect l="l" t="t" r="r" b="b"/>
              <a:pathLst>
                <a:path w="48033" h="40785">
                  <a:moveTo>
                    <a:pt x="48033" y="14446"/>
                  </a:moveTo>
                  <a:cubicBezTo>
                    <a:pt x="26443" y="48736"/>
                    <a:pt x="6123" y="42386"/>
                    <a:pt x="2313" y="34766"/>
                  </a:cubicBezTo>
                  <a:cubicBezTo>
                    <a:pt x="-2767" y="28416"/>
                    <a:pt x="1043" y="6826"/>
                    <a:pt x="8663" y="1746"/>
                  </a:cubicBezTo>
                  <a:cubicBezTo>
                    <a:pt x="15013" y="-3334"/>
                    <a:pt x="41683" y="4286"/>
                    <a:pt x="41683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4" name="Group 144"/>
          <p:cNvGrpSpPr/>
          <p:nvPr/>
        </p:nvGrpSpPr>
        <p:grpSpPr>
          <a:xfrm>
            <a:off x="6392228" y="3572828"/>
            <a:ext cx="111442" cy="108585"/>
            <a:chOff x="0" y="0"/>
            <a:chExt cx="148590" cy="144780"/>
          </a:xfrm>
        </p:grpSpPr>
        <p:sp>
          <p:nvSpPr>
            <p:cNvPr id="145" name="Freeform 145"/>
            <p:cNvSpPr/>
            <p:nvPr/>
          </p:nvSpPr>
          <p:spPr>
            <a:xfrm>
              <a:off x="48487" y="49054"/>
              <a:ext cx="48033" cy="40785"/>
            </a:xfrm>
            <a:custGeom>
              <a:avLst/>
              <a:gdLst/>
              <a:ahLst/>
              <a:cxnLst/>
              <a:rect l="l" t="t" r="r" b="b"/>
              <a:pathLst>
                <a:path w="48033" h="40785">
                  <a:moveTo>
                    <a:pt x="48033" y="14446"/>
                  </a:moveTo>
                  <a:cubicBezTo>
                    <a:pt x="26443" y="48736"/>
                    <a:pt x="6123" y="42386"/>
                    <a:pt x="2313" y="34766"/>
                  </a:cubicBezTo>
                  <a:cubicBezTo>
                    <a:pt x="-2767" y="27146"/>
                    <a:pt x="1043" y="6826"/>
                    <a:pt x="8663" y="1746"/>
                  </a:cubicBezTo>
                  <a:cubicBezTo>
                    <a:pt x="15013" y="-3334"/>
                    <a:pt x="41683" y="4286"/>
                    <a:pt x="41683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6" name="Group 146"/>
          <p:cNvGrpSpPr/>
          <p:nvPr/>
        </p:nvGrpSpPr>
        <p:grpSpPr>
          <a:xfrm>
            <a:off x="6417945" y="3583305"/>
            <a:ext cx="111442" cy="108585"/>
            <a:chOff x="0" y="0"/>
            <a:chExt cx="148590" cy="144780"/>
          </a:xfrm>
        </p:grpSpPr>
        <p:sp>
          <p:nvSpPr>
            <p:cNvPr id="147" name="Freeform 147"/>
            <p:cNvSpPr/>
            <p:nvPr/>
          </p:nvSpPr>
          <p:spPr>
            <a:xfrm>
              <a:off x="48446" y="48830"/>
              <a:ext cx="48074" cy="40010"/>
            </a:xfrm>
            <a:custGeom>
              <a:avLst/>
              <a:gdLst/>
              <a:ahLst/>
              <a:cxnLst/>
              <a:rect l="l" t="t" r="r" b="b"/>
              <a:pathLst>
                <a:path w="48074" h="40010">
                  <a:moveTo>
                    <a:pt x="48074" y="13400"/>
                  </a:moveTo>
                  <a:cubicBezTo>
                    <a:pt x="26484" y="47690"/>
                    <a:pt x="6164" y="41340"/>
                    <a:pt x="2354" y="34990"/>
                  </a:cubicBezTo>
                  <a:cubicBezTo>
                    <a:pt x="-2726" y="27370"/>
                    <a:pt x="1084" y="7050"/>
                    <a:pt x="7434" y="1970"/>
                  </a:cubicBezTo>
                  <a:cubicBezTo>
                    <a:pt x="15054" y="-3110"/>
                    <a:pt x="41724" y="3240"/>
                    <a:pt x="41724" y="3240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8" name="Group 148"/>
          <p:cNvGrpSpPr/>
          <p:nvPr/>
        </p:nvGrpSpPr>
        <p:grpSpPr>
          <a:xfrm>
            <a:off x="6427470" y="3588067"/>
            <a:ext cx="111442" cy="108585"/>
            <a:chOff x="0" y="0"/>
            <a:chExt cx="148590" cy="144780"/>
          </a:xfrm>
        </p:grpSpPr>
        <p:sp>
          <p:nvSpPr>
            <p:cNvPr id="149" name="Freeform 149"/>
            <p:cNvSpPr/>
            <p:nvPr/>
          </p:nvSpPr>
          <p:spPr>
            <a:xfrm>
              <a:off x="49280" y="49054"/>
              <a:ext cx="47240" cy="40785"/>
            </a:xfrm>
            <a:custGeom>
              <a:avLst/>
              <a:gdLst/>
              <a:ahLst/>
              <a:cxnLst/>
              <a:rect l="l" t="t" r="r" b="b"/>
              <a:pathLst>
                <a:path w="47240" h="40785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7146"/>
                    <a:pt x="1520" y="6826"/>
                    <a:pt x="7870" y="1746"/>
                  </a:cubicBezTo>
                  <a:cubicBezTo>
                    <a:pt x="14220" y="-3334"/>
                    <a:pt x="40890" y="4286"/>
                    <a:pt x="40890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0" name="Group 150"/>
          <p:cNvGrpSpPr/>
          <p:nvPr/>
        </p:nvGrpSpPr>
        <p:grpSpPr>
          <a:xfrm>
            <a:off x="6442710" y="3588067"/>
            <a:ext cx="111442" cy="108585"/>
            <a:chOff x="0" y="0"/>
            <a:chExt cx="148590" cy="144780"/>
          </a:xfrm>
        </p:grpSpPr>
        <p:sp>
          <p:nvSpPr>
            <p:cNvPr id="151" name="Freeform 151"/>
            <p:cNvSpPr/>
            <p:nvPr/>
          </p:nvSpPr>
          <p:spPr>
            <a:xfrm>
              <a:off x="49280" y="49054"/>
              <a:ext cx="47240" cy="40785"/>
            </a:xfrm>
            <a:custGeom>
              <a:avLst/>
              <a:gdLst/>
              <a:ahLst/>
              <a:cxnLst/>
              <a:rect l="l" t="t" r="r" b="b"/>
              <a:pathLst>
                <a:path w="47240" h="40785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7146"/>
                    <a:pt x="1520" y="6826"/>
                    <a:pt x="7870" y="1746"/>
                  </a:cubicBezTo>
                  <a:cubicBezTo>
                    <a:pt x="14220" y="-3334"/>
                    <a:pt x="40890" y="4286"/>
                    <a:pt x="40890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2" name="Group 152"/>
          <p:cNvGrpSpPr/>
          <p:nvPr/>
        </p:nvGrpSpPr>
        <p:grpSpPr>
          <a:xfrm>
            <a:off x="6381750" y="3577590"/>
            <a:ext cx="111442" cy="108585"/>
            <a:chOff x="0" y="0"/>
            <a:chExt cx="148590" cy="144780"/>
          </a:xfrm>
        </p:grpSpPr>
        <p:sp>
          <p:nvSpPr>
            <p:cNvPr id="153" name="Freeform 153"/>
            <p:cNvSpPr/>
            <p:nvPr/>
          </p:nvSpPr>
          <p:spPr>
            <a:xfrm>
              <a:off x="49280" y="49054"/>
              <a:ext cx="47240" cy="40785"/>
            </a:xfrm>
            <a:custGeom>
              <a:avLst/>
              <a:gdLst/>
              <a:ahLst/>
              <a:cxnLst/>
              <a:rect l="l" t="t" r="r" b="b"/>
              <a:pathLst>
                <a:path w="47240" h="40785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8416"/>
                    <a:pt x="1520" y="6826"/>
                    <a:pt x="7870" y="1746"/>
                  </a:cubicBezTo>
                  <a:cubicBezTo>
                    <a:pt x="14220" y="-3334"/>
                    <a:pt x="40890" y="4286"/>
                    <a:pt x="40890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4" name="Group 154"/>
          <p:cNvGrpSpPr/>
          <p:nvPr/>
        </p:nvGrpSpPr>
        <p:grpSpPr>
          <a:xfrm>
            <a:off x="6422708" y="3588067"/>
            <a:ext cx="111442" cy="108585"/>
            <a:chOff x="0" y="0"/>
            <a:chExt cx="148590" cy="144780"/>
          </a:xfrm>
        </p:grpSpPr>
        <p:sp>
          <p:nvSpPr>
            <p:cNvPr id="155" name="Freeform 155"/>
            <p:cNvSpPr/>
            <p:nvPr/>
          </p:nvSpPr>
          <p:spPr>
            <a:xfrm>
              <a:off x="48487" y="49054"/>
              <a:ext cx="48033" cy="40785"/>
            </a:xfrm>
            <a:custGeom>
              <a:avLst/>
              <a:gdLst/>
              <a:ahLst/>
              <a:cxnLst/>
              <a:rect l="l" t="t" r="r" b="b"/>
              <a:pathLst>
                <a:path w="48033" h="40785">
                  <a:moveTo>
                    <a:pt x="48033" y="14446"/>
                  </a:moveTo>
                  <a:cubicBezTo>
                    <a:pt x="26443" y="48736"/>
                    <a:pt x="6123" y="42386"/>
                    <a:pt x="2313" y="34766"/>
                  </a:cubicBezTo>
                  <a:cubicBezTo>
                    <a:pt x="-2767" y="27146"/>
                    <a:pt x="1043" y="6826"/>
                    <a:pt x="8663" y="1746"/>
                  </a:cubicBezTo>
                  <a:cubicBezTo>
                    <a:pt x="15013" y="-3334"/>
                    <a:pt x="41683" y="4286"/>
                    <a:pt x="41683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6" name="Group 156"/>
          <p:cNvGrpSpPr/>
          <p:nvPr/>
        </p:nvGrpSpPr>
        <p:grpSpPr>
          <a:xfrm>
            <a:off x="6448425" y="3583305"/>
            <a:ext cx="111442" cy="108585"/>
            <a:chOff x="0" y="0"/>
            <a:chExt cx="148590" cy="144780"/>
          </a:xfrm>
        </p:grpSpPr>
        <p:sp>
          <p:nvSpPr>
            <p:cNvPr id="157" name="Freeform 157"/>
            <p:cNvSpPr/>
            <p:nvPr/>
          </p:nvSpPr>
          <p:spPr>
            <a:xfrm>
              <a:off x="48446" y="48830"/>
              <a:ext cx="48074" cy="40010"/>
            </a:xfrm>
            <a:custGeom>
              <a:avLst/>
              <a:gdLst/>
              <a:ahLst/>
              <a:cxnLst/>
              <a:rect l="l" t="t" r="r" b="b"/>
              <a:pathLst>
                <a:path w="48074" h="40010">
                  <a:moveTo>
                    <a:pt x="48074" y="13400"/>
                  </a:moveTo>
                  <a:cubicBezTo>
                    <a:pt x="26484" y="47690"/>
                    <a:pt x="6164" y="41340"/>
                    <a:pt x="2354" y="34990"/>
                  </a:cubicBezTo>
                  <a:cubicBezTo>
                    <a:pt x="-2726" y="27370"/>
                    <a:pt x="1084" y="7050"/>
                    <a:pt x="7434" y="1970"/>
                  </a:cubicBezTo>
                  <a:cubicBezTo>
                    <a:pt x="15054" y="-3110"/>
                    <a:pt x="41724" y="3240"/>
                    <a:pt x="41724" y="3240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58" name="Group 158"/>
          <p:cNvGrpSpPr/>
          <p:nvPr/>
        </p:nvGrpSpPr>
        <p:grpSpPr>
          <a:xfrm>
            <a:off x="6448425" y="3577590"/>
            <a:ext cx="111442" cy="108585"/>
            <a:chOff x="0" y="0"/>
            <a:chExt cx="148590" cy="144780"/>
          </a:xfrm>
        </p:grpSpPr>
        <p:sp>
          <p:nvSpPr>
            <p:cNvPr id="159" name="Freeform 159"/>
            <p:cNvSpPr/>
            <p:nvPr/>
          </p:nvSpPr>
          <p:spPr>
            <a:xfrm>
              <a:off x="48446" y="49054"/>
              <a:ext cx="48074" cy="40785"/>
            </a:xfrm>
            <a:custGeom>
              <a:avLst/>
              <a:gdLst/>
              <a:ahLst/>
              <a:cxnLst/>
              <a:rect l="l" t="t" r="r" b="b"/>
              <a:pathLst>
                <a:path w="48074" h="40785">
                  <a:moveTo>
                    <a:pt x="48074" y="14446"/>
                  </a:moveTo>
                  <a:cubicBezTo>
                    <a:pt x="26484" y="48736"/>
                    <a:pt x="6164" y="42386"/>
                    <a:pt x="2354" y="34766"/>
                  </a:cubicBezTo>
                  <a:cubicBezTo>
                    <a:pt x="-2726" y="28416"/>
                    <a:pt x="1084" y="6826"/>
                    <a:pt x="7434" y="1746"/>
                  </a:cubicBezTo>
                  <a:cubicBezTo>
                    <a:pt x="15054" y="-3334"/>
                    <a:pt x="41724" y="4286"/>
                    <a:pt x="41724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60" name="Group 160"/>
          <p:cNvGrpSpPr/>
          <p:nvPr/>
        </p:nvGrpSpPr>
        <p:grpSpPr>
          <a:xfrm>
            <a:off x="6396990" y="4659630"/>
            <a:ext cx="111442" cy="108585"/>
            <a:chOff x="0" y="0"/>
            <a:chExt cx="148590" cy="144780"/>
          </a:xfrm>
        </p:grpSpPr>
        <p:sp>
          <p:nvSpPr>
            <p:cNvPr id="161" name="Freeform 161"/>
            <p:cNvSpPr/>
            <p:nvPr/>
          </p:nvSpPr>
          <p:spPr>
            <a:xfrm>
              <a:off x="49280" y="49054"/>
              <a:ext cx="47240" cy="40785"/>
            </a:xfrm>
            <a:custGeom>
              <a:avLst/>
              <a:gdLst/>
              <a:ahLst/>
              <a:cxnLst/>
              <a:rect l="l" t="t" r="r" b="b"/>
              <a:pathLst>
                <a:path w="47240" h="40785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8416"/>
                    <a:pt x="1520" y="6826"/>
                    <a:pt x="7870" y="1746"/>
                  </a:cubicBezTo>
                  <a:cubicBezTo>
                    <a:pt x="14220" y="-3334"/>
                    <a:pt x="40890" y="4286"/>
                    <a:pt x="40890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62" name="Group 162"/>
          <p:cNvGrpSpPr/>
          <p:nvPr/>
        </p:nvGrpSpPr>
        <p:grpSpPr>
          <a:xfrm>
            <a:off x="6419850" y="4639628"/>
            <a:ext cx="120015" cy="115252"/>
            <a:chOff x="0" y="0"/>
            <a:chExt cx="160020" cy="153670"/>
          </a:xfrm>
        </p:grpSpPr>
        <p:sp>
          <p:nvSpPr>
            <p:cNvPr id="163" name="Freeform 163"/>
            <p:cNvSpPr/>
            <p:nvPr/>
          </p:nvSpPr>
          <p:spPr>
            <a:xfrm>
              <a:off x="50749" y="50660"/>
              <a:ext cx="58529" cy="52459"/>
            </a:xfrm>
            <a:custGeom>
              <a:avLst/>
              <a:gdLst/>
              <a:ahLst/>
              <a:cxnLst/>
              <a:rect l="l" t="t" r="r" b="b"/>
              <a:pathLst>
                <a:path w="58529" h="52459">
                  <a:moveTo>
                    <a:pt x="25451" y="52210"/>
                  </a:moveTo>
                  <a:cubicBezTo>
                    <a:pt x="-1219" y="17920"/>
                    <a:pt x="6401" y="9030"/>
                    <a:pt x="12751" y="5220"/>
                  </a:cubicBezTo>
                  <a:cubicBezTo>
                    <a:pt x="17831" y="1410"/>
                    <a:pt x="29261" y="1410"/>
                    <a:pt x="35611" y="3950"/>
                  </a:cubicBezTo>
                  <a:cubicBezTo>
                    <a:pt x="41961" y="6490"/>
                    <a:pt x="49581" y="15380"/>
                    <a:pt x="50851" y="23000"/>
                  </a:cubicBezTo>
                  <a:cubicBezTo>
                    <a:pt x="52121" y="29350"/>
                    <a:pt x="48311" y="40780"/>
                    <a:pt x="43231" y="45860"/>
                  </a:cubicBezTo>
                  <a:cubicBezTo>
                    <a:pt x="38151" y="49670"/>
                    <a:pt x="26721" y="53480"/>
                    <a:pt x="20371" y="52210"/>
                  </a:cubicBezTo>
                  <a:cubicBezTo>
                    <a:pt x="12751" y="49670"/>
                    <a:pt x="3861" y="43320"/>
                    <a:pt x="1321" y="35700"/>
                  </a:cubicBezTo>
                  <a:cubicBezTo>
                    <a:pt x="-1219" y="29350"/>
                    <a:pt x="51" y="17920"/>
                    <a:pt x="3861" y="12840"/>
                  </a:cubicBezTo>
                  <a:cubicBezTo>
                    <a:pt x="8941" y="6490"/>
                    <a:pt x="22911" y="-1130"/>
                    <a:pt x="31801" y="140"/>
                  </a:cubicBezTo>
                  <a:cubicBezTo>
                    <a:pt x="40691" y="1410"/>
                    <a:pt x="57201" y="14110"/>
                    <a:pt x="58471" y="23000"/>
                  </a:cubicBezTo>
                  <a:cubicBezTo>
                    <a:pt x="59741" y="31890"/>
                    <a:pt x="39421" y="52210"/>
                    <a:pt x="39421" y="52210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64" name="Group 164"/>
          <p:cNvGrpSpPr/>
          <p:nvPr/>
        </p:nvGrpSpPr>
        <p:grpSpPr>
          <a:xfrm>
            <a:off x="6457950" y="4624388"/>
            <a:ext cx="111442" cy="108585"/>
            <a:chOff x="0" y="0"/>
            <a:chExt cx="148590" cy="144780"/>
          </a:xfrm>
        </p:grpSpPr>
        <p:sp>
          <p:nvSpPr>
            <p:cNvPr id="165" name="Freeform 165"/>
            <p:cNvSpPr/>
            <p:nvPr/>
          </p:nvSpPr>
          <p:spPr>
            <a:xfrm>
              <a:off x="49280" y="49054"/>
              <a:ext cx="47240" cy="40785"/>
            </a:xfrm>
            <a:custGeom>
              <a:avLst/>
              <a:gdLst/>
              <a:ahLst/>
              <a:cxnLst/>
              <a:rect l="l" t="t" r="r" b="b"/>
              <a:pathLst>
                <a:path w="47240" h="40785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7146"/>
                    <a:pt x="1520" y="6826"/>
                    <a:pt x="7870" y="1746"/>
                  </a:cubicBezTo>
                  <a:cubicBezTo>
                    <a:pt x="14220" y="-3334"/>
                    <a:pt x="40890" y="4286"/>
                    <a:pt x="40890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66" name="Group 166"/>
          <p:cNvGrpSpPr/>
          <p:nvPr/>
        </p:nvGrpSpPr>
        <p:grpSpPr>
          <a:xfrm>
            <a:off x="6394132" y="4646295"/>
            <a:ext cx="117158" cy="126683"/>
            <a:chOff x="0" y="0"/>
            <a:chExt cx="156210" cy="168910"/>
          </a:xfrm>
        </p:grpSpPr>
        <p:sp>
          <p:nvSpPr>
            <p:cNvPr id="167" name="Freeform 167"/>
            <p:cNvSpPr/>
            <p:nvPr/>
          </p:nvSpPr>
          <p:spPr>
            <a:xfrm>
              <a:off x="50800" y="49978"/>
              <a:ext cx="54691" cy="67128"/>
            </a:xfrm>
            <a:custGeom>
              <a:avLst/>
              <a:gdLst/>
              <a:ahLst/>
              <a:cxnLst/>
              <a:rect l="l" t="t" r="r" b="b"/>
              <a:pathLst>
                <a:path w="54691" h="67128">
                  <a:moveTo>
                    <a:pt x="0" y="24952"/>
                  </a:moveTo>
                  <a:cubicBezTo>
                    <a:pt x="25400" y="-1718"/>
                    <a:pt x="36830" y="2092"/>
                    <a:pt x="41910" y="5902"/>
                  </a:cubicBezTo>
                  <a:cubicBezTo>
                    <a:pt x="46990" y="10982"/>
                    <a:pt x="52070" y="21142"/>
                    <a:pt x="50800" y="27492"/>
                  </a:cubicBezTo>
                  <a:cubicBezTo>
                    <a:pt x="50800" y="35112"/>
                    <a:pt x="44450" y="44002"/>
                    <a:pt x="38100" y="47812"/>
                  </a:cubicBezTo>
                  <a:cubicBezTo>
                    <a:pt x="31750" y="51622"/>
                    <a:pt x="20320" y="51622"/>
                    <a:pt x="13970" y="47812"/>
                  </a:cubicBezTo>
                  <a:cubicBezTo>
                    <a:pt x="7620" y="44002"/>
                    <a:pt x="1270" y="35112"/>
                    <a:pt x="0" y="27492"/>
                  </a:cubicBezTo>
                  <a:cubicBezTo>
                    <a:pt x="0" y="21142"/>
                    <a:pt x="3810" y="10982"/>
                    <a:pt x="8890" y="5902"/>
                  </a:cubicBezTo>
                  <a:cubicBezTo>
                    <a:pt x="15240" y="2092"/>
                    <a:pt x="25400" y="-1718"/>
                    <a:pt x="33020" y="822"/>
                  </a:cubicBezTo>
                  <a:cubicBezTo>
                    <a:pt x="41910" y="4632"/>
                    <a:pt x="55880" y="27492"/>
                    <a:pt x="54610" y="38922"/>
                  </a:cubicBezTo>
                  <a:cubicBezTo>
                    <a:pt x="53340" y="49082"/>
                    <a:pt x="39370" y="65592"/>
                    <a:pt x="29210" y="66862"/>
                  </a:cubicBezTo>
                  <a:cubicBezTo>
                    <a:pt x="20320" y="69402"/>
                    <a:pt x="0" y="52892"/>
                    <a:pt x="0" y="52892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68" name="Group 168"/>
          <p:cNvGrpSpPr/>
          <p:nvPr/>
        </p:nvGrpSpPr>
        <p:grpSpPr>
          <a:xfrm>
            <a:off x="6387465" y="4619625"/>
            <a:ext cx="111442" cy="108585"/>
            <a:chOff x="0" y="0"/>
            <a:chExt cx="148590" cy="144780"/>
          </a:xfrm>
        </p:grpSpPr>
        <p:sp>
          <p:nvSpPr>
            <p:cNvPr id="169" name="Freeform 169"/>
            <p:cNvSpPr/>
            <p:nvPr/>
          </p:nvSpPr>
          <p:spPr>
            <a:xfrm>
              <a:off x="48446" y="48830"/>
              <a:ext cx="48074" cy="40010"/>
            </a:xfrm>
            <a:custGeom>
              <a:avLst/>
              <a:gdLst/>
              <a:ahLst/>
              <a:cxnLst/>
              <a:rect l="l" t="t" r="r" b="b"/>
              <a:pathLst>
                <a:path w="48074" h="40010">
                  <a:moveTo>
                    <a:pt x="48074" y="13400"/>
                  </a:moveTo>
                  <a:cubicBezTo>
                    <a:pt x="26484" y="47690"/>
                    <a:pt x="6164" y="41340"/>
                    <a:pt x="2354" y="34990"/>
                  </a:cubicBezTo>
                  <a:cubicBezTo>
                    <a:pt x="-2726" y="27370"/>
                    <a:pt x="1084" y="7050"/>
                    <a:pt x="7434" y="1970"/>
                  </a:cubicBezTo>
                  <a:cubicBezTo>
                    <a:pt x="15054" y="-3110"/>
                    <a:pt x="41724" y="3240"/>
                    <a:pt x="41724" y="3240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0" name="Group 170"/>
          <p:cNvGrpSpPr/>
          <p:nvPr/>
        </p:nvGrpSpPr>
        <p:grpSpPr>
          <a:xfrm>
            <a:off x="6381750" y="4629150"/>
            <a:ext cx="111442" cy="108585"/>
            <a:chOff x="0" y="0"/>
            <a:chExt cx="148590" cy="144780"/>
          </a:xfrm>
        </p:grpSpPr>
        <p:sp>
          <p:nvSpPr>
            <p:cNvPr id="171" name="Freeform 171"/>
            <p:cNvSpPr/>
            <p:nvPr/>
          </p:nvSpPr>
          <p:spPr>
            <a:xfrm>
              <a:off x="49280" y="49054"/>
              <a:ext cx="47240" cy="40785"/>
            </a:xfrm>
            <a:custGeom>
              <a:avLst/>
              <a:gdLst/>
              <a:ahLst/>
              <a:cxnLst/>
              <a:rect l="l" t="t" r="r" b="b"/>
              <a:pathLst>
                <a:path w="47240" h="40785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8416"/>
                    <a:pt x="1520" y="6826"/>
                    <a:pt x="7870" y="1746"/>
                  </a:cubicBezTo>
                  <a:cubicBezTo>
                    <a:pt x="14220" y="-3334"/>
                    <a:pt x="40890" y="4286"/>
                    <a:pt x="40890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2" name="Group 172"/>
          <p:cNvGrpSpPr/>
          <p:nvPr/>
        </p:nvGrpSpPr>
        <p:grpSpPr>
          <a:xfrm>
            <a:off x="6366510" y="4634865"/>
            <a:ext cx="111442" cy="108585"/>
            <a:chOff x="0" y="0"/>
            <a:chExt cx="148590" cy="144780"/>
          </a:xfrm>
        </p:grpSpPr>
        <p:sp>
          <p:nvSpPr>
            <p:cNvPr id="173" name="Freeform 173"/>
            <p:cNvSpPr/>
            <p:nvPr/>
          </p:nvSpPr>
          <p:spPr>
            <a:xfrm>
              <a:off x="49280" y="48830"/>
              <a:ext cx="47240" cy="40010"/>
            </a:xfrm>
            <a:custGeom>
              <a:avLst/>
              <a:gdLst/>
              <a:ahLst/>
              <a:cxnLst/>
              <a:rect l="l" t="t" r="r" b="b"/>
              <a:pathLst>
                <a:path w="47240" h="40010">
                  <a:moveTo>
                    <a:pt x="47240" y="13400"/>
                  </a:moveTo>
                  <a:cubicBezTo>
                    <a:pt x="26920" y="47690"/>
                    <a:pt x="6600" y="41340"/>
                    <a:pt x="1520" y="34990"/>
                  </a:cubicBezTo>
                  <a:cubicBezTo>
                    <a:pt x="-2290" y="27370"/>
                    <a:pt x="1520" y="7050"/>
                    <a:pt x="7870" y="1970"/>
                  </a:cubicBezTo>
                  <a:cubicBezTo>
                    <a:pt x="14220" y="-3110"/>
                    <a:pt x="40890" y="3240"/>
                    <a:pt x="40890" y="3240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4" name="Group 174"/>
          <p:cNvGrpSpPr/>
          <p:nvPr/>
        </p:nvGrpSpPr>
        <p:grpSpPr>
          <a:xfrm>
            <a:off x="6433185" y="4634865"/>
            <a:ext cx="111442" cy="108585"/>
            <a:chOff x="0" y="0"/>
            <a:chExt cx="148590" cy="144780"/>
          </a:xfrm>
        </p:grpSpPr>
        <p:sp>
          <p:nvSpPr>
            <p:cNvPr id="175" name="Freeform 175"/>
            <p:cNvSpPr/>
            <p:nvPr/>
          </p:nvSpPr>
          <p:spPr>
            <a:xfrm>
              <a:off x="48446" y="48830"/>
              <a:ext cx="48074" cy="40010"/>
            </a:xfrm>
            <a:custGeom>
              <a:avLst/>
              <a:gdLst/>
              <a:ahLst/>
              <a:cxnLst/>
              <a:rect l="l" t="t" r="r" b="b"/>
              <a:pathLst>
                <a:path w="48074" h="40010">
                  <a:moveTo>
                    <a:pt x="48074" y="13400"/>
                  </a:moveTo>
                  <a:cubicBezTo>
                    <a:pt x="26484" y="47690"/>
                    <a:pt x="6164" y="41340"/>
                    <a:pt x="2354" y="34990"/>
                  </a:cubicBezTo>
                  <a:cubicBezTo>
                    <a:pt x="-2726" y="27370"/>
                    <a:pt x="1084" y="7050"/>
                    <a:pt x="7434" y="1970"/>
                  </a:cubicBezTo>
                  <a:cubicBezTo>
                    <a:pt x="15054" y="-3110"/>
                    <a:pt x="41724" y="3240"/>
                    <a:pt x="41724" y="3240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6" name="Group 176"/>
          <p:cNvGrpSpPr/>
          <p:nvPr/>
        </p:nvGrpSpPr>
        <p:grpSpPr>
          <a:xfrm>
            <a:off x="6381750" y="4639628"/>
            <a:ext cx="111442" cy="108585"/>
            <a:chOff x="0" y="0"/>
            <a:chExt cx="148590" cy="144780"/>
          </a:xfrm>
        </p:grpSpPr>
        <p:sp>
          <p:nvSpPr>
            <p:cNvPr id="177" name="Freeform 177"/>
            <p:cNvSpPr/>
            <p:nvPr/>
          </p:nvSpPr>
          <p:spPr>
            <a:xfrm>
              <a:off x="49280" y="49054"/>
              <a:ext cx="47240" cy="40785"/>
            </a:xfrm>
            <a:custGeom>
              <a:avLst/>
              <a:gdLst/>
              <a:ahLst/>
              <a:cxnLst/>
              <a:rect l="l" t="t" r="r" b="b"/>
              <a:pathLst>
                <a:path w="47240" h="40785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7146"/>
                    <a:pt x="1520" y="6826"/>
                    <a:pt x="7870" y="1746"/>
                  </a:cubicBezTo>
                  <a:cubicBezTo>
                    <a:pt x="14220" y="-3334"/>
                    <a:pt x="40890" y="4286"/>
                    <a:pt x="40890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78" name="Group 178"/>
          <p:cNvGrpSpPr/>
          <p:nvPr/>
        </p:nvGrpSpPr>
        <p:grpSpPr>
          <a:xfrm>
            <a:off x="6381750" y="4639628"/>
            <a:ext cx="111442" cy="108585"/>
            <a:chOff x="0" y="0"/>
            <a:chExt cx="148590" cy="144780"/>
          </a:xfrm>
        </p:grpSpPr>
        <p:sp>
          <p:nvSpPr>
            <p:cNvPr id="179" name="Freeform 179"/>
            <p:cNvSpPr/>
            <p:nvPr/>
          </p:nvSpPr>
          <p:spPr>
            <a:xfrm>
              <a:off x="49280" y="49054"/>
              <a:ext cx="47240" cy="40785"/>
            </a:xfrm>
            <a:custGeom>
              <a:avLst/>
              <a:gdLst/>
              <a:ahLst/>
              <a:cxnLst/>
              <a:rect l="l" t="t" r="r" b="b"/>
              <a:pathLst>
                <a:path w="47240" h="40785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7146"/>
                    <a:pt x="1520" y="6826"/>
                    <a:pt x="7870" y="1746"/>
                  </a:cubicBezTo>
                  <a:cubicBezTo>
                    <a:pt x="14220" y="-3334"/>
                    <a:pt x="40890" y="4286"/>
                    <a:pt x="40890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80" name="Group 180"/>
          <p:cNvGrpSpPr/>
          <p:nvPr/>
        </p:nvGrpSpPr>
        <p:grpSpPr>
          <a:xfrm>
            <a:off x="6381750" y="4639628"/>
            <a:ext cx="111442" cy="108585"/>
            <a:chOff x="0" y="0"/>
            <a:chExt cx="148590" cy="144780"/>
          </a:xfrm>
        </p:grpSpPr>
        <p:sp>
          <p:nvSpPr>
            <p:cNvPr id="181" name="Freeform 181"/>
            <p:cNvSpPr/>
            <p:nvPr/>
          </p:nvSpPr>
          <p:spPr>
            <a:xfrm>
              <a:off x="49280" y="49054"/>
              <a:ext cx="47240" cy="40785"/>
            </a:xfrm>
            <a:custGeom>
              <a:avLst/>
              <a:gdLst/>
              <a:ahLst/>
              <a:cxnLst/>
              <a:rect l="l" t="t" r="r" b="b"/>
              <a:pathLst>
                <a:path w="47240" h="40785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7146"/>
                    <a:pt x="1520" y="6826"/>
                    <a:pt x="7870" y="1746"/>
                  </a:cubicBezTo>
                  <a:cubicBezTo>
                    <a:pt x="14220" y="-3334"/>
                    <a:pt x="40890" y="4286"/>
                    <a:pt x="40890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82" name="Group 182"/>
          <p:cNvGrpSpPr/>
          <p:nvPr/>
        </p:nvGrpSpPr>
        <p:grpSpPr>
          <a:xfrm>
            <a:off x="6442710" y="4634865"/>
            <a:ext cx="111442" cy="108585"/>
            <a:chOff x="0" y="0"/>
            <a:chExt cx="148590" cy="144780"/>
          </a:xfrm>
        </p:grpSpPr>
        <p:sp>
          <p:nvSpPr>
            <p:cNvPr id="183" name="Freeform 183"/>
            <p:cNvSpPr/>
            <p:nvPr/>
          </p:nvSpPr>
          <p:spPr>
            <a:xfrm>
              <a:off x="49280" y="48830"/>
              <a:ext cx="47240" cy="40010"/>
            </a:xfrm>
            <a:custGeom>
              <a:avLst/>
              <a:gdLst/>
              <a:ahLst/>
              <a:cxnLst/>
              <a:rect l="l" t="t" r="r" b="b"/>
              <a:pathLst>
                <a:path w="47240" h="40010">
                  <a:moveTo>
                    <a:pt x="47240" y="13400"/>
                  </a:moveTo>
                  <a:cubicBezTo>
                    <a:pt x="26920" y="47690"/>
                    <a:pt x="6600" y="41340"/>
                    <a:pt x="1520" y="34990"/>
                  </a:cubicBezTo>
                  <a:cubicBezTo>
                    <a:pt x="-2290" y="27370"/>
                    <a:pt x="1520" y="7050"/>
                    <a:pt x="7870" y="1970"/>
                  </a:cubicBezTo>
                  <a:cubicBezTo>
                    <a:pt x="14220" y="-3110"/>
                    <a:pt x="40890" y="3240"/>
                    <a:pt x="40890" y="3240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84" name="Group 184"/>
          <p:cNvGrpSpPr/>
          <p:nvPr/>
        </p:nvGrpSpPr>
        <p:grpSpPr>
          <a:xfrm>
            <a:off x="6442710" y="4634865"/>
            <a:ext cx="111442" cy="108585"/>
            <a:chOff x="0" y="0"/>
            <a:chExt cx="148590" cy="144780"/>
          </a:xfrm>
        </p:grpSpPr>
        <p:sp>
          <p:nvSpPr>
            <p:cNvPr id="185" name="Freeform 185"/>
            <p:cNvSpPr/>
            <p:nvPr/>
          </p:nvSpPr>
          <p:spPr>
            <a:xfrm>
              <a:off x="49280" y="48830"/>
              <a:ext cx="47240" cy="40010"/>
            </a:xfrm>
            <a:custGeom>
              <a:avLst/>
              <a:gdLst/>
              <a:ahLst/>
              <a:cxnLst/>
              <a:rect l="l" t="t" r="r" b="b"/>
              <a:pathLst>
                <a:path w="47240" h="40010">
                  <a:moveTo>
                    <a:pt x="47240" y="13400"/>
                  </a:moveTo>
                  <a:cubicBezTo>
                    <a:pt x="26920" y="47690"/>
                    <a:pt x="6600" y="41340"/>
                    <a:pt x="1520" y="34990"/>
                  </a:cubicBezTo>
                  <a:cubicBezTo>
                    <a:pt x="-2290" y="27370"/>
                    <a:pt x="1520" y="7050"/>
                    <a:pt x="7870" y="1970"/>
                  </a:cubicBezTo>
                  <a:cubicBezTo>
                    <a:pt x="14220" y="-3110"/>
                    <a:pt x="40890" y="3240"/>
                    <a:pt x="40890" y="3240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86" name="Group 186"/>
          <p:cNvGrpSpPr/>
          <p:nvPr/>
        </p:nvGrpSpPr>
        <p:grpSpPr>
          <a:xfrm>
            <a:off x="6463665" y="4639628"/>
            <a:ext cx="111442" cy="108585"/>
            <a:chOff x="0" y="0"/>
            <a:chExt cx="148590" cy="144780"/>
          </a:xfrm>
        </p:grpSpPr>
        <p:sp>
          <p:nvSpPr>
            <p:cNvPr id="187" name="Freeform 187"/>
            <p:cNvSpPr/>
            <p:nvPr/>
          </p:nvSpPr>
          <p:spPr>
            <a:xfrm>
              <a:off x="48446" y="49054"/>
              <a:ext cx="48074" cy="40785"/>
            </a:xfrm>
            <a:custGeom>
              <a:avLst/>
              <a:gdLst/>
              <a:ahLst/>
              <a:cxnLst/>
              <a:rect l="l" t="t" r="r" b="b"/>
              <a:pathLst>
                <a:path w="48074" h="40785">
                  <a:moveTo>
                    <a:pt x="48074" y="14446"/>
                  </a:moveTo>
                  <a:cubicBezTo>
                    <a:pt x="26484" y="48736"/>
                    <a:pt x="6164" y="42386"/>
                    <a:pt x="2354" y="34766"/>
                  </a:cubicBezTo>
                  <a:cubicBezTo>
                    <a:pt x="-2726" y="27146"/>
                    <a:pt x="1084" y="6826"/>
                    <a:pt x="7434" y="1746"/>
                  </a:cubicBezTo>
                  <a:cubicBezTo>
                    <a:pt x="15054" y="-3334"/>
                    <a:pt x="41724" y="4286"/>
                    <a:pt x="41724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88" name="Group 188"/>
          <p:cNvGrpSpPr/>
          <p:nvPr/>
        </p:nvGrpSpPr>
        <p:grpSpPr>
          <a:xfrm>
            <a:off x="6463665" y="4639628"/>
            <a:ext cx="111442" cy="108585"/>
            <a:chOff x="0" y="0"/>
            <a:chExt cx="148590" cy="144780"/>
          </a:xfrm>
        </p:grpSpPr>
        <p:sp>
          <p:nvSpPr>
            <p:cNvPr id="189" name="Freeform 189"/>
            <p:cNvSpPr/>
            <p:nvPr/>
          </p:nvSpPr>
          <p:spPr>
            <a:xfrm>
              <a:off x="48446" y="49054"/>
              <a:ext cx="48074" cy="40785"/>
            </a:xfrm>
            <a:custGeom>
              <a:avLst/>
              <a:gdLst/>
              <a:ahLst/>
              <a:cxnLst/>
              <a:rect l="l" t="t" r="r" b="b"/>
              <a:pathLst>
                <a:path w="48074" h="40785">
                  <a:moveTo>
                    <a:pt x="48074" y="14446"/>
                  </a:moveTo>
                  <a:cubicBezTo>
                    <a:pt x="26484" y="48736"/>
                    <a:pt x="6164" y="42386"/>
                    <a:pt x="2354" y="34766"/>
                  </a:cubicBezTo>
                  <a:cubicBezTo>
                    <a:pt x="-2726" y="27146"/>
                    <a:pt x="1084" y="6826"/>
                    <a:pt x="7434" y="1746"/>
                  </a:cubicBezTo>
                  <a:cubicBezTo>
                    <a:pt x="15054" y="-3334"/>
                    <a:pt x="41724" y="4286"/>
                    <a:pt x="41724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0" name="Group 190"/>
          <p:cNvGrpSpPr/>
          <p:nvPr/>
        </p:nvGrpSpPr>
        <p:grpSpPr>
          <a:xfrm>
            <a:off x="6356985" y="4624388"/>
            <a:ext cx="111442" cy="108585"/>
            <a:chOff x="0" y="0"/>
            <a:chExt cx="148590" cy="144780"/>
          </a:xfrm>
        </p:grpSpPr>
        <p:sp>
          <p:nvSpPr>
            <p:cNvPr id="191" name="Freeform 191"/>
            <p:cNvSpPr/>
            <p:nvPr/>
          </p:nvSpPr>
          <p:spPr>
            <a:xfrm>
              <a:off x="48446" y="49054"/>
              <a:ext cx="48074" cy="40785"/>
            </a:xfrm>
            <a:custGeom>
              <a:avLst/>
              <a:gdLst/>
              <a:ahLst/>
              <a:cxnLst/>
              <a:rect l="l" t="t" r="r" b="b"/>
              <a:pathLst>
                <a:path w="48074" h="40785">
                  <a:moveTo>
                    <a:pt x="48074" y="14446"/>
                  </a:moveTo>
                  <a:cubicBezTo>
                    <a:pt x="26484" y="48736"/>
                    <a:pt x="6164" y="42386"/>
                    <a:pt x="2354" y="34766"/>
                  </a:cubicBezTo>
                  <a:cubicBezTo>
                    <a:pt x="-2726" y="27146"/>
                    <a:pt x="1084" y="6826"/>
                    <a:pt x="7434" y="1746"/>
                  </a:cubicBezTo>
                  <a:cubicBezTo>
                    <a:pt x="15054" y="-3334"/>
                    <a:pt x="41724" y="4286"/>
                    <a:pt x="41724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2" name="Group 192"/>
          <p:cNvGrpSpPr/>
          <p:nvPr/>
        </p:nvGrpSpPr>
        <p:grpSpPr>
          <a:xfrm>
            <a:off x="6463665" y="4644390"/>
            <a:ext cx="111442" cy="108585"/>
            <a:chOff x="0" y="0"/>
            <a:chExt cx="148590" cy="144780"/>
          </a:xfrm>
        </p:grpSpPr>
        <p:sp>
          <p:nvSpPr>
            <p:cNvPr id="193" name="Freeform 193"/>
            <p:cNvSpPr/>
            <p:nvPr/>
          </p:nvSpPr>
          <p:spPr>
            <a:xfrm>
              <a:off x="48446" y="49054"/>
              <a:ext cx="48074" cy="40785"/>
            </a:xfrm>
            <a:custGeom>
              <a:avLst/>
              <a:gdLst/>
              <a:ahLst/>
              <a:cxnLst/>
              <a:rect l="l" t="t" r="r" b="b"/>
              <a:pathLst>
                <a:path w="48074" h="40785">
                  <a:moveTo>
                    <a:pt x="48074" y="14446"/>
                  </a:moveTo>
                  <a:cubicBezTo>
                    <a:pt x="26484" y="48736"/>
                    <a:pt x="6164" y="42386"/>
                    <a:pt x="2354" y="34766"/>
                  </a:cubicBezTo>
                  <a:cubicBezTo>
                    <a:pt x="-2726" y="28416"/>
                    <a:pt x="1084" y="6826"/>
                    <a:pt x="7434" y="1746"/>
                  </a:cubicBezTo>
                  <a:cubicBezTo>
                    <a:pt x="15054" y="-3334"/>
                    <a:pt x="41724" y="4286"/>
                    <a:pt x="41724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4" name="Group 194"/>
          <p:cNvGrpSpPr/>
          <p:nvPr/>
        </p:nvGrpSpPr>
        <p:grpSpPr>
          <a:xfrm>
            <a:off x="6427470" y="4629150"/>
            <a:ext cx="111442" cy="108585"/>
            <a:chOff x="0" y="0"/>
            <a:chExt cx="148590" cy="144780"/>
          </a:xfrm>
        </p:grpSpPr>
        <p:sp>
          <p:nvSpPr>
            <p:cNvPr id="195" name="Freeform 195"/>
            <p:cNvSpPr/>
            <p:nvPr/>
          </p:nvSpPr>
          <p:spPr>
            <a:xfrm>
              <a:off x="49280" y="49054"/>
              <a:ext cx="47240" cy="40785"/>
            </a:xfrm>
            <a:custGeom>
              <a:avLst/>
              <a:gdLst/>
              <a:ahLst/>
              <a:cxnLst/>
              <a:rect l="l" t="t" r="r" b="b"/>
              <a:pathLst>
                <a:path w="47240" h="40785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8416"/>
                    <a:pt x="1520" y="6826"/>
                    <a:pt x="7870" y="1746"/>
                  </a:cubicBezTo>
                  <a:cubicBezTo>
                    <a:pt x="14220" y="-3334"/>
                    <a:pt x="40890" y="4286"/>
                    <a:pt x="40890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6" name="Group 196"/>
          <p:cNvGrpSpPr/>
          <p:nvPr/>
        </p:nvGrpSpPr>
        <p:grpSpPr>
          <a:xfrm>
            <a:off x="6457950" y="4629150"/>
            <a:ext cx="111442" cy="108585"/>
            <a:chOff x="0" y="0"/>
            <a:chExt cx="148590" cy="144780"/>
          </a:xfrm>
        </p:grpSpPr>
        <p:sp>
          <p:nvSpPr>
            <p:cNvPr id="197" name="Freeform 197"/>
            <p:cNvSpPr/>
            <p:nvPr/>
          </p:nvSpPr>
          <p:spPr>
            <a:xfrm>
              <a:off x="49280" y="49054"/>
              <a:ext cx="47240" cy="40785"/>
            </a:xfrm>
            <a:custGeom>
              <a:avLst/>
              <a:gdLst/>
              <a:ahLst/>
              <a:cxnLst/>
              <a:rect l="l" t="t" r="r" b="b"/>
              <a:pathLst>
                <a:path w="47240" h="40785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8416"/>
                    <a:pt x="1520" y="6826"/>
                    <a:pt x="7870" y="1746"/>
                  </a:cubicBezTo>
                  <a:cubicBezTo>
                    <a:pt x="14220" y="-3334"/>
                    <a:pt x="40890" y="4286"/>
                    <a:pt x="40890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98" name="Group 198"/>
          <p:cNvGrpSpPr/>
          <p:nvPr/>
        </p:nvGrpSpPr>
        <p:grpSpPr>
          <a:xfrm>
            <a:off x="6419850" y="5551170"/>
            <a:ext cx="124777" cy="118110"/>
            <a:chOff x="0" y="0"/>
            <a:chExt cx="166370" cy="157480"/>
          </a:xfrm>
        </p:grpSpPr>
        <p:sp>
          <p:nvSpPr>
            <p:cNvPr id="199" name="Freeform 199"/>
            <p:cNvSpPr/>
            <p:nvPr/>
          </p:nvSpPr>
          <p:spPr>
            <a:xfrm>
              <a:off x="50721" y="49132"/>
              <a:ext cx="64849" cy="60683"/>
            </a:xfrm>
            <a:custGeom>
              <a:avLst/>
              <a:gdLst/>
              <a:ahLst/>
              <a:cxnLst/>
              <a:rect l="l" t="t" r="r" b="b"/>
              <a:pathLst>
                <a:path w="64849" h="60683">
                  <a:moveTo>
                    <a:pt x="28019" y="2938"/>
                  </a:moveTo>
                  <a:cubicBezTo>
                    <a:pt x="57229" y="6748"/>
                    <a:pt x="63579" y="15638"/>
                    <a:pt x="64849" y="23258"/>
                  </a:cubicBezTo>
                  <a:cubicBezTo>
                    <a:pt x="64849" y="29608"/>
                    <a:pt x="61039" y="41038"/>
                    <a:pt x="54689" y="44848"/>
                  </a:cubicBezTo>
                  <a:cubicBezTo>
                    <a:pt x="49609" y="49928"/>
                    <a:pt x="38179" y="51198"/>
                    <a:pt x="31829" y="49928"/>
                  </a:cubicBezTo>
                  <a:cubicBezTo>
                    <a:pt x="25479" y="47388"/>
                    <a:pt x="16589" y="39768"/>
                    <a:pt x="15319" y="33418"/>
                  </a:cubicBezTo>
                  <a:cubicBezTo>
                    <a:pt x="12779" y="24528"/>
                    <a:pt x="19129" y="9288"/>
                    <a:pt x="25479" y="4208"/>
                  </a:cubicBezTo>
                  <a:cubicBezTo>
                    <a:pt x="30559" y="-872"/>
                    <a:pt x="41989" y="-872"/>
                    <a:pt x="49609" y="1668"/>
                  </a:cubicBezTo>
                  <a:cubicBezTo>
                    <a:pt x="55959" y="4208"/>
                    <a:pt x="63579" y="13098"/>
                    <a:pt x="63579" y="20718"/>
                  </a:cubicBezTo>
                  <a:cubicBezTo>
                    <a:pt x="64849" y="30878"/>
                    <a:pt x="50879" y="52468"/>
                    <a:pt x="40719" y="57548"/>
                  </a:cubicBezTo>
                  <a:cubicBezTo>
                    <a:pt x="30559" y="62628"/>
                    <a:pt x="12779" y="61358"/>
                    <a:pt x="6429" y="55008"/>
                  </a:cubicBezTo>
                  <a:cubicBezTo>
                    <a:pt x="-1191" y="48658"/>
                    <a:pt x="79" y="15638"/>
                    <a:pt x="79" y="15638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00" name="Group 200"/>
          <p:cNvGrpSpPr/>
          <p:nvPr/>
        </p:nvGrpSpPr>
        <p:grpSpPr>
          <a:xfrm>
            <a:off x="6409372" y="5539740"/>
            <a:ext cx="115252" cy="120015"/>
            <a:chOff x="0" y="0"/>
            <a:chExt cx="153670" cy="160020"/>
          </a:xfrm>
        </p:grpSpPr>
        <p:sp>
          <p:nvSpPr>
            <p:cNvPr id="201" name="Freeform 201"/>
            <p:cNvSpPr/>
            <p:nvPr/>
          </p:nvSpPr>
          <p:spPr>
            <a:xfrm>
              <a:off x="50637" y="50743"/>
              <a:ext cx="51287" cy="57259"/>
            </a:xfrm>
            <a:custGeom>
              <a:avLst/>
              <a:gdLst/>
              <a:ahLst/>
              <a:cxnLst/>
              <a:rect l="l" t="t" r="r" b="b"/>
              <a:pathLst>
                <a:path w="51287" h="57259">
                  <a:moveTo>
                    <a:pt x="50963" y="31807"/>
                  </a:moveTo>
                  <a:cubicBezTo>
                    <a:pt x="17943" y="58477"/>
                    <a:pt x="7783" y="50857"/>
                    <a:pt x="3973" y="45777"/>
                  </a:cubicBezTo>
                  <a:cubicBezTo>
                    <a:pt x="163" y="39427"/>
                    <a:pt x="163" y="27997"/>
                    <a:pt x="2703" y="21647"/>
                  </a:cubicBezTo>
                  <a:cubicBezTo>
                    <a:pt x="6513" y="15297"/>
                    <a:pt x="15403" y="7677"/>
                    <a:pt x="21753" y="7677"/>
                  </a:cubicBezTo>
                  <a:cubicBezTo>
                    <a:pt x="29373" y="6407"/>
                    <a:pt x="39533" y="10217"/>
                    <a:pt x="44613" y="15297"/>
                  </a:cubicBezTo>
                  <a:cubicBezTo>
                    <a:pt x="49693" y="20377"/>
                    <a:pt x="52233" y="30537"/>
                    <a:pt x="50963" y="38157"/>
                  </a:cubicBezTo>
                  <a:cubicBezTo>
                    <a:pt x="49693" y="44507"/>
                    <a:pt x="42073" y="53397"/>
                    <a:pt x="35723" y="55937"/>
                  </a:cubicBezTo>
                  <a:cubicBezTo>
                    <a:pt x="29373" y="58477"/>
                    <a:pt x="17943" y="57207"/>
                    <a:pt x="11593" y="53397"/>
                  </a:cubicBezTo>
                  <a:cubicBezTo>
                    <a:pt x="5243" y="48317"/>
                    <a:pt x="-1107" y="34347"/>
                    <a:pt x="163" y="25457"/>
                  </a:cubicBezTo>
                  <a:cubicBezTo>
                    <a:pt x="1433" y="16567"/>
                    <a:pt x="14133" y="57"/>
                    <a:pt x="21753" y="57"/>
                  </a:cubicBezTo>
                  <a:cubicBezTo>
                    <a:pt x="30643" y="-1213"/>
                    <a:pt x="50963" y="19107"/>
                    <a:pt x="50963" y="19107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02" name="Group 202"/>
          <p:cNvGrpSpPr/>
          <p:nvPr/>
        </p:nvGrpSpPr>
        <p:grpSpPr>
          <a:xfrm>
            <a:off x="6463665" y="5549265"/>
            <a:ext cx="111442" cy="108585"/>
            <a:chOff x="0" y="0"/>
            <a:chExt cx="148590" cy="144780"/>
          </a:xfrm>
        </p:grpSpPr>
        <p:sp>
          <p:nvSpPr>
            <p:cNvPr id="203" name="Freeform 203"/>
            <p:cNvSpPr/>
            <p:nvPr/>
          </p:nvSpPr>
          <p:spPr>
            <a:xfrm>
              <a:off x="48446" y="48830"/>
              <a:ext cx="48074" cy="40010"/>
            </a:xfrm>
            <a:custGeom>
              <a:avLst/>
              <a:gdLst/>
              <a:ahLst/>
              <a:cxnLst/>
              <a:rect l="l" t="t" r="r" b="b"/>
              <a:pathLst>
                <a:path w="48074" h="40010">
                  <a:moveTo>
                    <a:pt x="48074" y="13400"/>
                  </a:moveTo>
                  <a:cubicBezTo>
                    <a:pt x="26484" y="47690"/>
                    <a:pt x="6164" y="41340"/>
                    <a:pt x="2354" y="34990"/>
                  </a:cubicBezTo>
                  <a:cubicBezTo>
                    <a:pt x="-2726" y="27370"/>
                    <a:pt x="1084" y="7050"/>
                    <a:pt x="7434" y="1970"/>
                  </a:cubicBezTo>
                  <a:cubicBezTo>
                    <a:pt x="15054" y="-3110"/>
                    <a:pt x="41724" y="3240"/>
                    <a:pt x="41724" y="3240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04" name="Group 204"/>
          <p:cNvGrpSpPr/>
          <p:nvPr/>
        </p:nvGrpSpPr>
        <p:grpSpPr>
          <a:xfrm>
            <a:off x="6404610" y="5554980"/>
            <a:ext cx="115252" cy="120015"/>
            <a:chOff x="0" y="0"/>
            <a:chExt cx="153670" cy="160020"/>
          </a:xfrm>
        </p:grpSpPr>
        <p:sp>
          <p:nvSpPr>
            <p:cNvPr id="205" name="Freeform 205"/>
            <p:cNvSpPr/>
            <p:nvPr/>
          </p:nvSpPr>
          <p:spPr>
            <a:xfrm>
              <a:off x="50551" y="50749"/>
              <a:ext cx="52459" cy="58529"/>
            </a:xfrm>
            <a:custGeom>
              <a:avLst/>
              <a:gdLst/>
              <a:ahLst/>
              <a:cxnLst/>
              <a:rect l="l" t="t" r="r" b="b"/>
              <a:pathLst>
                <a:path w="52459" h="58529">
                  <a:moveTo>
                    <a:pt x="249" y="25451"/>
                  </a:moveTo>
                  <a:cubicBezTo>
                    <a:pt x="34539" y="-1219"/>
                    <a:pt x="43429" y="6401"/>
                    <a:pt x="47239" y="12751"/>
                  </a:cubicBezTo>
                  <a:cubicBezTo>
                    <a:pt x="51049" y="17831"/>
                    <a:pt x="51049" y="29261"/>
                    <a:pt x="48509" y="35611"/>
                  </a:cubicBezTo>
                  <a:cubicBezTo>
                    <a:pt x="45969" y="41961"/>
                    <a:pt x="37079" y="49581"/>
                    <a:pt x="29459" y="50851"/>
                  </a:cubicBezTo>
                  <a:cubicBezTo>
                    <a:pt x="23109" y="52121"/>
                    <a:pt x="11679" y="48311"/>
                    <a:pt x="6599" y="43231"/>
                  </a:cubicBezTo>
                  <a:cubicBezTo>
                    <a:pt x="2789" y="38151"/>
                    <a:pt x="-1021" y="26721"/>
                    <a:pt x="249" y="20371"/>
                  </a:cubicBezTo>
                  <a:cubicBezTo>
                    <a:pt x="2789" y="12751"/>
                    <a:pt x="9139" y="3861"/>
                    <a:pt x="16759" y="1321"/>
                  </a:cubicBezTo>
                  <a:cubicBezTo>
                    <a:pt x="23109" y="-1219"/>
                    <a:pt x="34539" y="51"/>
                    <a:pt x="39619" y="3861"/>
                  </a:cubicBezTo>
                  <a:cubicBezTo>
                    <a:pt x="45969" y="8941"/>
                    <a:pt x="53589" y="22911"/>
                    <a:pt x="52319" y="31801"/>
                  </a:cubicBezTo>
                  <a:cubicBezTo>
                    <a:pt x="51049" y="40691"/>
                    <a:pt x="38349" y="57201"/>
                    <a:pt x="29459" y="58471"/>
                  </a:cubicBezTo>
                  <a:cubicBezTo>
                    <a:pt x="20569" y="59741"/>
                    <a:pt x="249" y="39421"/>
                    <a:pt x="249" y="39421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06" name="Group 206"/>
          <p:cNvGrpSpPr/>
          <p:nvPr/>
        </p:nvGrpSpPr>
        <p:grpSpPr>
          <a:xfrm>
            <a:off x="6414135" y="5534978"/>
            <a:ext cx="120015" cy="115252"/>
            <a:chOff x="0" y="0"/>
            <a:chExt cx="160020" cy="153670"/>
          </a:xfrm>
        </p:grpSpPr>
        <p:sp>
          <p:nvSpPr>
            <p:cNvPr id="207" name="Freeform 207"/>
            <p:cNvSpPr/>
            <p:nvPr/>
          </p:nvSpPr>
          <p:spPr>
            <a:xfrm>
              <a:off x="50743" y="50476"/>
              <a:ext cx="58529" cy="51287"/>
            </a:xfrm>
            <a:custGeom>
              <a:avLst/>
              <a:gdLst/>
              <a:ahLst/>
              <a:cxnLst/>
              <a:rect l="l" t="t" r="r" b="b"/>
              <a:pathLst>
                <a:path w="58529" h="51287">
                  <a:moveTo>
                    <a:pt x="33077" y="324"/>
                  </a:moveTo>
                  <a:cubicBezTo>
                    <a:pt x="59747" y="33344"/>
                    <a:pt x="52127" y="43504"/>
                    <a:pt x="45777" y="47314"/>
                  </a:cubicBezTo>
                  <a:cubicBezTo>
                    <a:pt x="40697" y="51124"/>
                    <a:pt x="29267" y="51124"/>
                    <a:pt x="22917" y="48584"/>
                  </a:cubicBezTo>
                  <a:cubicBezTo>
                    <a:pt x="16567" y="44774"/>
                    <a:pt x="8947" y="35884"/>
                    <a:pt x="7677" y="29534"/>
                  </a:cubicBezTo>
                  <a:cubicBezTo>
                    <a:pt x="6407" y="21914"/>
                    <a:pt x="10217" y="11754"/>
                    <a:pt x="15297" y="6674"/>
                  </a:cubicBezTo>
                  <a:cubicBezTo>
                    <a:pt x="20377" y="1594"/>
                    <a:pt x="31807" y="-946"/>
                    <a:pt x="38157" y="324"/>
                  </a:cubicBezTo>
                  <a:cubicBezTo>
                    <a:pt x="45777" y="1594"/>
                    <a:pt x="54667" y="9214"/>
                    <a:pt x="57207" y="15564"/>
                  </a:cubicBezTo>
                  <a:cubicBezTo>
                    <a:pt x="59747" y="21914"/>
                    <a:pt x="58477" y="33344"/>
                    <a:pt x="54667" y="39694"/>
                  </a:cubicBezTo>
                  <a:cubicBezTo>
                    <a:pt x="49587" y="46044"/>
                    <a:pt x="35617" y="52394"/>
                    <a:pt x="26727" y="51124"/>
                  </a:cubicBezTo>
                  <a:cubicBezTo>
                    <a:pt x="17837" y="49854"/>
                    <a:pt x="1327" y="37154"/>
                    <a:pt x="57" y="29534"/>
                  </a:cubicBezTo>
                  <a:cubicBezTo>
                    <a:pt x="-1213" y="20644"/>
                    <a:pt x="19107" y="324"/>
                    <a:pt x="19107" y="324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08" name="Group 208"/>
          <p:cNvGrpSpPr/>
          <p:nvPr/>
        </p:nvGrpSpPr>
        <p:grpSpPr>
          <a:xfrm>
            <a:off x="6433185" y="5534978"/>
            <a:ext cx="126683" cy="117158"/>
            <a:chOff x="0" y="0"/>
            <a:chExt cx="168910" cy="156210"/>
          </a:xfrm>
        </p:grpSpPr>
        <p:sp>
          <p:nvSpPr>
            <p:cNvPr id="209" name="Freeform 209"/>
            <p:cNvSpPr/>
            <p:nvPr/>
          </p:nvSpPr>
          <p:spPr>
            <a:xfrm>
              <a:off x="50534" y="50603"/>
              <a:ext cx="67128" cy="53618"/>
            </a:xfrm>
            <a:custGeom>
              <a:avLst/>
              <a:gdLst/>
              <a:ahLst/>
              <a:cxnLst/>
              <a:rect l="l" t="t" r="r" b="b"/>
              <a:pathLst>
                <a:path w="67128" h="53618">
                  <a:moveTo>
                    <a:pt x="42176" y="197"/>
                  </a:moveTo>
                  <a:cubicBezTo>
                    <a:pt x="66306" y="17977"/>
                    <a:pt x="66306" y="34487"/>
                    <a:pt x="61226" y="42107"/>
                  </a:cubicBezTo>
                  <a:cubicBezTo>
                    <a:pt x="57416" y="47187"/>
                    <a:pt x="45986" y="50997"/>
                    <a:pt x="39636" y="50997"/>
                  </a:cubicBezTo>
                  <a:cubicBezTo>
                    <a:pt x="32016" y="49727"/>
                    <a:pt x="23126" y="43377"/>
                    <a:pt x="19316" y="37027"/>
                  </a:cubicBezTo>
                  <a:cubicBezTo>
                    <a:pt x="15506" y="30677"/>
                    <a:pt x="15506" y="19247"/>
                    <a:pt x="19316" y="12897"/>
                  </a:cubicBezTo>
                  <a:cubicBezTo>
                    <a:pt x="23126" y="6547"/>
                    <a:pt x="32016" y="197"/>
                    <a:pt x="39636" y="197"/>
                  </a:cubicBezTo>
                  <a:cubicBezTo>
                    <a:pt x="45986" y="-1073"/>
                    <a:pt x="56146" y="4007"/>
                    <a:pt x="61226" y="9087"/>
                  </a:cubicBezTo>
                  <a:cubicBezTo>
                    <a:pt x="65036" y="14167"/>
                    <a:pt x="68846" y="25597"/>
                    <a:pt x="66306" y="31947"/>
                  </a:cubicBezTo>
                  <a:cubicBezTo>
                    <a:pt x="62496" y="40837"/>
                    <a:pt x="39636" y="54807"/>
                    <a:pt x="28206" y="53537"/>
                  </a:cubicBezTo>
                  <a:cubicBezTo>
                    <a:pt x="18046" y="53537"/>
                    <a:pt x="1536" y="38297"/>
                    <a:pt x="266" y="29407"/>
                  </a:cubicBezTo>
                  <a:cubicBezTo>
                    <a:pt x="-2274" y="20517"/>
                    <a:pt x="14236" y="197"/>
                    <a:pt x="14236" y="197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0" name="Group 210"/>
          <p:cNvGrpSpPr/>
          <p:nvPr/>
        </p:nvGrpSpPr>
        <p:grpSpPr>
          <a:xfrm>
            <a:off x="6448425" y="5538788"/>
            <a:ext cx="111442" cy="108585"/>
            <a:chOff x="0" y="0"/>
            <a:chExt cx="148590" cy="144780"/>
          </a:xfrm>
        </p:grpSpPr>
        <p:sp>
          <p:nvSpPr>
            <p:cNvPr id="211" name="Freeform 211"/>
            <p:cNvSpPr/>
            <p:nvPr/>
          </p:nvSpPr>
          <p:spPr>
            <a:xfrm>
              <a:off x="48446" y="49054"/>
              <a:ext cx="48074" cy="40785"/>
            </a:xfrm>
            <a:custGeom>
              <a:avLst/>
              <a:gdLst/>
              <a:ahLst/>
              <a:cxnLst/>
              <a:rect l="l" t="t" r="r" b="b"/>
              <a:pathLst>
                <a:path w="48074" h="40785">
                  <a:moveTo>
                    <a:pt x="48074" y="14446"/>
                  </a:moveTo>
                  <a:cubicBezTo>
                    <a:pt x="26484" y="48736"/>
                    <a:pt x="6164" y="42386"/>
                    <a:pt x="2354" y="34766"/>
                  </a:cubicBezTo>
                  <a:cubicBezTo>
                    <a:pt x="-2726" y="27146"/>
                    <a:pt x="1084" y="6826"/>
                    <a:pt x="7434" y="1746"/>
                  </a:cubicBezTo>
                  <a:cubicBezTo>
                    <a:pt x="15054" y="-3334"/>
                    <a:pt x="41724" y="4286"/>
                    <a:pt x="41724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2" name="Group 212"/>
          <p:cNvGrpSpPr/>
          <p:nvPr/>
        </p:nvGrpSpPr>
        <p:grpSpPr>
          <a:xfrm>
            <a:off x="6444615" y="5534978"/>
            <a:ext cx="120015" cy="115252"/>
            <a:chOff x="0" y="0"/>
            <a:chExt cx="160020" cy="153670"/>
          </a:xfrm>
        </p:grpSpPr>
        <p:sp>
          <p:nvSpPr>
            <p:cNvPr id="213" name="Freeform 213"/>
            <p:cNvSpPr/>
            <p:nvPr/>
          </p:nvSpPr>
          <p:spPr>
            <a:xfrm>
              <a:off x="50743" y="50476"/>
              <a:ext cx="58529" cy="51287"/>
            </a:xfrm>
            <a:custGeom>
              <a:avLst/>
              <a:gdLst/>
              <a:ahLst/>
              <a:cxnLst/>
              <a:rect l="l" t="t" r="r" b="b"/>
              <a:pathLst>
                <a:path w="58529" h="51287">
                  <a:moveTo>
                    <a:pt x="33077" y="324"/>
                  </a:moveTo>
                  <a:cubicBezTo>
                    <a:pt x="59747" y="33344"/>
                    <a:pt x="52127" y="43504"/>
                    <a:pt x="45777" y="47314"/>
                  </a:cubicBezTo>
                  <a:cubicBezTo>
                    <a:pt x="40697" y="51124"/>
                    <a:pt x="29267" y="51124"/>
                    <a:pt x="22917" y="48584"/>
                  </a:cubicBezTo>
                  <a:cubicBezTo>
                    <a:pt x="16567" y="44774"/>
                    <a:pt x="8947" y="35884"/>
                    <a:pt x="7677" y="29534"/>
                  </a:cubicBezTo>
                  <a:cubicBezTo>
                    <a:pt x="6407" y="21914"/>
                    <a:pt x="10217" y="11754"/>
                    <a:pt x="15297" y="6674"/>
                  </a:cubicBezTo>
                  <a:cubicBezTo>
                    <a:pt x="20377" y="1594"/>
                    <a:pt x="31807" y="-946"/>
                    <a:pt x="38157" y="324"/>
                  </a:cubicBezTo>
                  <a:cubicBezTo>
                    <a:pt x="45777" y="1594"/>
                    <a:pt x="54667" y="9214"/>
                    <a:pt x="57207" y="15564"/>
                  </a:cubicBezTo>
                  <a:cubicBezTo>
                    <a:pt x="59747" y="21914"/>
                    <a:pt x="58477" y="33344"/>
                    <a:pt x="54667" y="39694"/>
                  </a:cubicBezTo>
                  <a:cubicBezTo>
                    <a:pt x="49587" y="46044"/>
                    <a:pt x="35617" y="52394"/>
                    <a:pt x="26727" y="51124"/>
                  </a:cubicBezTo>
                  <a:cubicBezTo>
                    <a:pt x="17837" y="49854"/>
                    <a:pt x="1327" y="37154"/>
                    <a:pt x="57" y="29534"/>
                  </a:cubicBezTo>
                  <a:cubicBezTo>
                    <a:pt x="-1213" y="20644"/>
                    <a:pt x="19107" y="324"/>
                    <a:pt x="19107" y="324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4" name="Group 214"/>
          <p:cNvGrpSpPr/>
          <p:nvPr/>
        </p:nvGrpSpPr>
        <p:grpSpPr>
          <a:xfrm>
            <a:off x="6396990" y="5534025"/>
            <a:ext cx="111442" cy="108585"/>
            <a:chOff x="0" y="0"/>
            <a:chExt cx="148590" cy="144780"/>
          </a:xfrm>
        </p:grpSpPr>
        <p:sp>
          <p:nvSpPr>
            <p:cNvPr id="215" name="Freeform 215"/>
            <p:cNvSpPr/>
            <p:nvPr/>
          </p:nvSpPr>
          <p:spPr>
            <a:xfrm>
              <a:off x="49280" y="48830"/>
              <a:ext cx="47240" cy="40010"/>
            </a:xfrm>
            <a:custGeom>
              <a:avLst/>
              <a:gdLst/>
              <a:ahLst/>
              <a:cxnLst/>
              <a:rect l="l" t="t" r="r" b="b"/>
              <a:pathLst>
                <a:path w="47240" h="40010">
                  <a:moveTo>
                    <a:pt x="47240" y="13400"/>
                  </a:moveTo>
                  <a:cubicBezTo>
                    <a:pt x="26920" y="47690"/>
                    <a:pt x="6600" y="41340"/>
                    <a:pt x="1520" y="34990"/>
                  </a:cubicBezTo>
                  <a:cubicBezTo>
                    <a:pt x="-2290" y="27370"/>
                    <a:pt x="1520" y="7050"/>
                    <a:pt x="7870" y="1970"/>
                  </a:cubicBezTo>
                  <a:cubicBezTo>
                    <a:pt x="14220" y="-3110"/>
                    <a:pt x="40890" y="3240"/>
                    <a:pt x="40890" y="3240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6" name="Group 216"/>
          <p:cNvGrpSpPr/>
          <p:nvPr/>
        </p:nvGrpSpPr>
        <p:grpSpPr>
          <a:xfrm>
            <a:off x="6392228" y="5529262"/>
            <a:ext cx="126683" cy="117158"/>
            <a:chOff x="0" y="0"/>
            <a:chExt cx="168910" cy="156210"/>
          </a:xfrm>
        </p:grpSpPr>
        <p:sp>
          <p:nvSpPr>
            <p:cNvPr id="217" name="Freeform 217"/>
            <p:cNvSpPr/>
            <p:nvPr/>
          </p:nvSpPr>
          <p:spPr>
            <a:xfrm>
              <a:off x="50730" y="50800"/>
              <a:ext cx="67657" cy="54691"/>
            </a:xfrm>
            <a:custGeom>
              <a:avLst/>
              <a:gdLst/>
              <a:ahLst/>
              <a:cxnLst/>
              <a:rect l="l" t="t" r="r" b="b"/>
              <a:pathLst>
                <a:path w="67657" h="54691">
                  <a:moveTo>
                    <a:pt x="41980" y="0"/>
                  </a:moveTo>
                  <a:cubicBezTo>
                    <a:pt x="67380" y="19050"/>
                    <a:pt x="66110" y="35560"/>
                    <a:pt x="61030" y="41910"/>
                  </a:cubicBezTo>
                  <a:cubicBezTo>
                    <a:pt x="57220" y="48260"/>
                    <a:pt x="45790" y="52070"/>
                    <a:pt x="39440" y="50800"/>
                  </a:cubicBezTo>
                  <a:cubicBezTo>
                    <a:pt x="31820" y="50800"/>
                    <a:pt x="22930" y="44450"/>
                    <a:pt x="19120" y="38100"/>
                  </a:cubicBezTo>
                  <a:cubicBezTo>
                    <a:pt x="16580" y="31750"/>
                    <a:pt x="16580" y="20320"/>
                    <a:pt x="19120" y="13970"/>
                  </a:cubicBezTo>
                  <a:cubicBezTo>
                    <a:pt x="22930" y="7620"/>
                    <a:pt x="31820" y="1270"/>
                    <a:pt x="39440" y="0"/>
                  </a:cubicBezTo>
                  <a:cubicBezTo>
                    <a:pt x="45790" y="0"/>
                    <a:pt x="57220" y="3810"/>
                    <a:pt x="61030" y="8890"/>
                  </a:cubicBezTo>
                  <a:cubicBezTo>
                    <a:pt x="66110" y="15240"/>
                    <a:pt x="69920" y="25400"/>
                    <a:pt x="66110" y="33020"/>
                  </a:cubicBezTo>
                  <a:cubicBezTo>
                    <a:pt x="62300" y="41910"/>
                    <a:pt x="39440" y="55880"/>
                    <a:pt x="28010" y="54610"/>
                  </a:cubicBezTo>
                  <a:cubicBezTo>
                    <a:pt x="17850" y="53340"/>
                    <a:pt x="1340" y="39370"/>
                    <a:pt x="70" y="29210"/>
                  </a:cubicBezTo>
                  <a:cubicBezTo>
                    <a:pt x="-1200" y="20320"/>
                    <a:pt x="15310" y="0"/>
                    <a:pt x="15310" y="0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18" name="Group 218"/>
          <p:cNvGrpSpPr/>
          <p:nvPr/>
        </p:nvGrpSpPr>
        <p:grpSpPr>
          <a:xfrm>
            <a:off x="6422708" y="5513070"/>
            <a:ext cx="111442" cy="108585"/>
            <a:chOff x="0" y="0"/>
            <a:chExt cx="148590" cy="144780"/>
          </a:xfrm>
        </p:grpSpPr>
        <p:sp>
          <p:nvSpPr>
            <p:cNvPr id="219" name="Freeform 219"/>
            <p:cNvSpPr/>
            <p:nvPr/>
          </p:nvSpPr>
          <p:spPr>
            <a:xfrm>
              <a:off x="48487" y="49054"/>
              <a:ext cx="48033" cy="40785"/>
            </a:xfrm>
            <a:custGeom>
              <a:avLst/>
              <a:gdLst/>
              <a:ahLst/>
              <a:cxnLst/>
              <a:rect l="l" t="t" r="r" b="b"/>
              <a:pathLst>
                <a:path w="48033" h="40785">
                  <a:moveTo>
                    <a:pt x="48033" y="14446"/>
                  </a:moveTo>
                  <a:cubicBezTo>
                    <a:pt x="26443" y="48736"/>
                    <a:pt x="6123" y="42386"/>
                    <a:pt x="2313" y="34766"/>
                  </a:cubicBezTo>
                  <a:cubicBezTo>
                    <a:pt x="-2767" y="28416"/>
                    <a:pt x="1043" y="6826"/>
                    <a:pt x="8663" y="1746"/>
                  </a:cubicBezTo>
                  <a:cubicBezTo>
                    <a:pt x="15013" y="-3334"/>
                    <a:pt x="41683" y="4286"/>
                    <a:pt x="41683" y="4286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20" name="Group 220"/>
          <p:cNvGrpSpPr/>
          <p:nvPr/>
        </p:nvGrpSpPr>
        <p:grpSpPr>
          <a:xfrm>
            <a:off x="6427470" y="5503545"/>
            <a:ext cx="111442" cy="108585"/>
            <a:chOff x="0" y="0"/>
            <a:chExt cx="148590" cy="144780"/>
          </a:xfrm>
        </p:grpSpPr>
        <p:sp>
          <p:nvSpPr>
            <p:cNvPr id="221" name="Freeform 221"/>
            <p:cNvSpPr/>
            <p:nvPr/>
          </p:nvSpPr>
          <p:spPr>
            <a:xfrm>
              <a:off x="49280" y="48830"/>
              <a:ext cx="47240" cy="40010"/>
            </a:xfrm>
            <a:custGeom>
              <a:avLst/>
              <a:gdLst/>
              <a:ahLst/>
              <a:cxnLst/>
              <a:rect l="l" t="t" r="r" b="b"/>
              <a:pathLst>
                <a:path w="47240" h="40010">
                  <a:moveTo>
                    <a:pt x="47240" y="13400"/>
                  </a:moveTo>
                  <a:cubicBezTo>
                    <a:pt x="26920" y="47690"/>
                    <a:pt x="6600" y="41340"/>
                    <a:pt x="1520" y="34990"/>
                  </a:cubicBezTo>
                  <a:cubicBezTo>
                    <a:pt x="-2290" y="27370"/>
                    <a:pt x="1520" y="7050"/>
                    <a:pt x="7870" y="1970"/>
                  </a:cubicBezTo>
                  <a:cubicBezTo>
                    <a:pt x="14220" y="-3110"/>
                    <a:pt x="40890" y="3240"/>
                    <a:pt x="40890" y="3240"/>
                  </a:cubicBezTo>
                </a:path>
              </a:pathLst>
            </a:custGeom>
            <a:solidFill>
              <a:srgbClr val="031D8C"/>
            </a:solidFill>
            <a:ln cap="sq">
              <a:noFill/>
              <a:prstDash val="solid"/>
              <a:miter/>
            </a:ln>
          </p:spPr>
        </p:sp>
      </p:grpSp>
      <p:sp>
        <p:nvSpPr>
          <p:cNvPr id="222" name="Freeform 222"/>
          <p:cNvSpPr/>
          <p:nvPr/>
        </p:nvSpPr>
        <p:spPr>
          <a:xfrm>
            <a:off x="3504886" y="9217601"/>
            <a:ext cx="8032691" cy="857520"/>
          </a:xfrm>
          <a:custGeom>
            <a:avLst/>
            <a:gdLst/>
            <a:ahLst/>
            <a:cxnLst/>
            <a:rect l="l" t="t" r="r" b="b"/>
            <a:pathLst>
              <a:path w="8032691" h="857520">
                <a:moveTo>
                  <a:pt x="0" y="0"/>
                </a:moveTo>
                <a:lnTo>
                  <a:pt x="8032692" y="0"/>
                </a:lnTo>
                <a:lnTo>
                  <a:pt x="8032692" y="857521"/>
                </a:lnTo>
                <a:lnTo>
                  <a:pt x="0" y="8575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889" t="-90406" r="-2377" b="-52942"/>
            </a:stretch>
          </a:blipFill>
          <a:ln cap="sq">
            <a:noFill/>
            <a:prstDash val="lgDash"/>
            <a:miter/>
          </a:ln>
        </p:spPr>
      </p:sp>
      <p:sp>
        <p:nvSpPr>
          <p:cNvPr id="223" name="TextBox 223"/>
          <p:cNvSpPr txBox="1"/>
          <p:nvPr/>
        </p:nvSpPr>
        <p:spPr>
          <a:xfrm>
            <a:off x="4157463" y="8778851"/>
            <a:ext cx="6799925" cy="308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91"/>
              </a:lnSpc>
              <a:spcBef>
                <a:spcPct val="0"/>
              </a:spcBef>
            </a:pPr>
            <a:r>
              <a:rPr lang="en-US" sz="1851" b="1" u="sng" spc="3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 SENSOR DATA FROM GLOVES TO ML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24920" y="1823406"/>
            <a:ext cx="1822999" cy="182299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49202" y="8744034"/>
            <a:ext cx="3380381" cy="1415205"/>
            <a:chOff x="0" y="0"/>
            <a:chExt cx="890306" cy="3727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0306" cy="372729"/>
            </a:xfrm>
            <a:custGeom>
              <a:avLst/>
              <a:gdLst/>
              <a:ahLst/>
              <a:cxnLst/>
              <a:rect l="l" t="t" r="r" b="b"/>
              <a:pathLst>
                <a:path w="890306" h="372729">
                  <a:moveTo>
                    <a:pt x="116803" y="0"/>
                  </a:moveTo>
                  <a:lnTo>
                    <a:pt x="773503" y="0"/>
                  </a:lnTo>
                  <a:cubicBezTo>
                    <a:pt x="838012" y="0"/>
                    <a:pt x="890306" y="52294"/>
                    <a:pt x="890306" y="116803"/>
                  </a:cubicBezTo>
                  <a:lnTo>
                    <a:pt x="890306" y="255926"/>
                  </a:lnTo>
                  <a:cubicBezTo>
                    <a:pt x="890306" y="320434"/>
                    <a:pt x="838012" y="372729"/>
                    <a:pt x="773503" y="372729"/>
                  </a:cubicBezTo>
                  <a:lnTo>
                    <a:pt x="116803" y="372729"/>
                  </a:lnTo>
                  <a:cubicBezTo>
                    <a:pt x="52294" y="372729"/>
                    <a:pt x="0" y="320434"/>
                    <a:pt x="0" y="255926"/>
                  </a:cubicBezTo>
                  <a:lnTo>
                    <a:pt x="0" y="116803"/>
                  </a:lnTo>
                  <a:cubicBezTo>
                    <a:pt x="0" y="52294"/>
                    <a:pt x="52294" y="0"/>
                    <a:pt x="11680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90306" cy="410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901539" y="8848905"/>
            <a:ext cx="3075708" cy="605228"/>
            <a:chOff x="0" y="0"/>
            <a:chExt cx="810063" cy="1594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0063" cy="159402"/>
            </a:xfrm>
            <a:custGeom>
              <a:avLst/>
              <a:gdLst/>
              <a:ahLst/>
              <a:cxnLst/>
              <a:rect l="l" t="t" r="r" b="b"/>
              <a:pathLst>
                <a:path w="810063" h="159402">
                  <a:moveTo>
                    <a:pt x="79701" y="0"/>
                  </a:moveTo>
                  <a:lnTo>
                    <a:pt x="730362" y="0"/>
                  </a:lnTo>
                  <a:cubicBezTo>
                    <a:pt x="774380" y="0"/>
                    <a:pt x="810063" y="35683"/>
                    <a:pt x="810063" y="79701"/>
                  </a:cubicBezTo>
                  <a:lnTo>
                    <a:pt x="810063" y="79701"/>
                  </a:lnTo>
                  <a:cubicBezTo>
                    <a:pt x="810063" y="100839"/>
                    <a:pt x="801666" y="121111"/>
                    <a:pt x="786719" y="136058"/>
                  </a:cubicBezTo>
                  <a:cubicBezTo>
                    <a:pt x="771772" y="151005"/>
                    <a:pt x="751500" y="159402"/>
                    <a:pt x="730362" y="159402"/>
                  </a:cubicBezTo>
                  <a:lnTo>
                    <a:pt x="79701" y="159402"/>
                  </a:lnTo>
                  <a:cubicBezTo>
                    <a:pt x="58563" y="159402"/>
                    <a:pt x="38291" y="151005"/>
                    <a:pt x="23344" y="136058"/>
                  </a:cubicBezTo>
                  <a:cubicBezTo>
                    <a:pt x="8397" y="121111"/>
                    <a:pt x="0" y="100839"/>
                    <a:pt x="0" y="79701"/>
                  </a:cubicBezTo>
                  <a:lnTo>
                    <a:pt x="0" y="79701"/>
                  </a:lnTo>
                  <a:cubicBezTo>
                    <a:pt x="0" y="58563"/>
                    <a:pt x="8397" y="38291"/>
                    <a:pt x="23344" y="23344"/>
                  </a:cubicBezTo>
                  <a:cubicBezTo>
                    <a:pt x="38291" y="8397"/>
                    <a:pt x="58563" y="0"/>
                    <a:pt x="7970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0063" cy="197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240433" y="8915484"/>
            <a:ext cx="407485" cy="40748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6790193" y="1394792"/>
            <a:ext cx="7457561" cy="7511263"/>
          </a:xfrm>
          <a:custGeom>
            <a:avLst/>
            <a:gdLst/>
            <a:ahLst/>
            <a:cxnLst/>
            <a:rect l="l" t="t" r="r" b="b"/>
            <a:pathLst>
              <a:path w="7457561" h="7511263">
                <a:moveTo>
                  <a:pt x="0" y="0"/>
                </a:moveTo>
                <a:lnTo>
                  <a:pt x="7457561" y="0"/>
                </a:lnTo>
                <a:lnTo>
                  <a:pt x="7457561" y="7511263"/>
                </a:lnTo>
                <a:lnTo>
                  <a:pt x="0" y="7511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33327" t="-10518" r="-31623" b="-53253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0" y="7068312"/>
            <a:ext cx="7301372" cy="3218688"/>
          </a:xfrm>
          <a:custGeom>
            <a:avLst/>
            <a:gdLst/>
            <a:ahLst/>
            <a:cxnLst/>
            <a:rect l="l" t="t" r="r" b="b"/>
            <a:pathLst>
              <a:path w="7301372" h="3218688">
                <a:moveTo>
                  <a:pt x="0" y="0"/>
                </a:moveTo>
                <a:lnTo>
                  <a:pt x="7301372" y="0"/>
                </a:lnTo>
                <a:lnTo>
                  <a:pt x="7301372" y="3218688"/>
                </a:lnTo>
                <a:lnTo>
                  <a:pt x="0" y="3218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10800000">
            <a:off x="14247754" y="-143134"/>
            <a:ext cx="4040246" cy="6535692"/>
          </a:xfrm>
          <a:custGeom>
            <a:avLst/>
            <a:gdLst/>
            <a:ahLst/>
            <a:cxnLst/>
            <a:rect l="l" t="t" r="r" b="b"/>
            <a:pathLst>
              <a:path w="4040246" h="6535692">
                <a:moveTo>
                  <a:pt x="0" y="0"/>
                </a:moveTo>
                <a:lnTo>
                  <a:pt x="4040246" y="0"/>
                </a:lnTo>
                <a:lnTo>
                  <a:pt x="4040246" y="6535692"/>
                </a:lnTo>
                <a:lnTo>
                  <a:pt x="0" y="65356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-106323" y="0"/>
            <a:ext cx="5744010" cy="4114800"/>
          </a:xfrm>
          <a:custGeom>
            <a:avLst/>
            <a:gdLst/>
            <a:ahLst/>
            <a:cxnLst/>
            <a:rect l="l" t="t" r="r" b="b"/>
            <a:pathLst>
              <a:path w="5744010" h="4114800">
                <a:moveTo>
                  <a:pt x="0" y="0"/>
                </a:moveTo>
                <a:lnTo>
                  <a:pt x="5744011" y="0"/>
                </a:lnTo>
                <a:lnTo>
                  <a:pt x="57440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637688" y="1570124"/>
            <a:ext cx="3506312" cy="7083459"/>
          </a:xfrm>
          <a:custGeom>
            <a:avLst/>
            <a:gdLst/>
            <a:ahLst/>
            <a:cxnLst/>
            <a:rect l="l" t="t" r="r" b="b"/>
            <a:pathLst>
              <a:path w="3506312" h="7083459">
                <a:moveTo>
                  <a:pt x="0" y="0"/>
                </a:moveTo>
                <a:lnTo>
                  <a:pt x="3506312" y="0"/>
                </a:lnTo>
                <a:lnTo>
                  <a:pt x="3506312" y="7083460"/>
                </a:lnTo>
                <a:lnTo>
                  <a:pt x="0" y="70834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5807118" y="1973270"/>
            <a:ext cx="3185444" cy="6518091"/>
          </a:xfrm>
          <a:prstGeom prst="roundRect">
            <a:avLst/>
          </a:prstGeom>
          <a:blipFill>
            <a:blip r:embed="rId7"/>
            <a:stretch>
              <a:fillRect t="-7885" b="-390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847364" y="1591876"/>
            <a:ext cx="3484778" cy="7039956"/>
          </a:xfrm>
          <a:custGeom>
            <a:avLst/>
            <a:gdLst/>
            <a:ahLst/>
            <a:cxnLst/>
            <a:rect l="l" t="t" r="r" b="b"/>
            <a:pathLst>
              <a:path w="3484778" h="7039956">
                <a:moveTo>
                  <a:pt x="0" y="0"/>
                </a:moveTo>
                <a:lnTo>
                  <a:pt x="3484779" y="0"/>
                </a:lnTo>
                <a:lnTo>
                  <a:pt x="3484779" y="7039956"/>
                </a:lnTo>
                <a:lnTo>
                  <a:pt x="0" y="70399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695998" y="1553776"/>
            <a:ext cx="3484778" cy="7039956"/>
          </a:xfrm>
          <a:custGeom>
            <a:avLst/>
            <a:gdLst/>
            <a:ahLst/>
            <a:cxnLst/>
            <a:rect l="l" t="t" r="r" b="b"/>
            <a:pathLst>
              <a:path w="3484778" h="7039956">
                <a:moveTo>
                  <a:pt x="0" y="0"/>
                </a:moveTo>
                <a:lnTo>
                  <a:pt x="3484778" y="0"/>
                </a:lnTo>
                <a:lnTo>
                  <a:pt x="3484778" y="7039956"/>
                </a:lnTo>
                <a:lnTo>
                  <a:pt x="0" y="70399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074624" y="2057400"/>
            <a:ext cx="3037848" cy="6433961"/>
          </a:xfrm>
          <a:prstGeom prst="roundRect">
            <a:avLst/>
          </a:prstGeom>
          <a:blipFill>
            <a:blip r:embed="rId8"/>
            <a:stretch>
              <a:fillRect t="-3961"/>
            </a:stretch>
          </a:blipFill>
        </p:spPr>
      </p:sp>
      <p:sp>
        <p:nvSpPr>
          <p:cNvPr id="23" name="Freeform 23"/>
          <p:cNvSpPr/>
          <p:nvPr/>
        </p:nvSpPr>
        <p:spPr>
          <a:xfrm rot="-1287634">
            <a:off x="8840570" y="5491167"/>
            <a:ext cx="1599380" cy="527795"/>
          </a:xfrm>
          <a:custGeom>
            <a:avLst/>
            <a:gdLst/>
            <a:ahLst/>
            <a:cxnLst/>
            <a:rect l="l" t="t" r="r" b="b"/>
            <a:pathLst>
              <a:path w="1599380" h="527795">
                <a:moveTo>
                  <a:pt x="0" y="0"/>
                </a:moveTo>
                <a:lnTo>
                  <a:pt x="1599380" y="0"/>
                </a:lnTo>
                <a:lnTo>
                  <a:pt x="1599380" y="527795"/>
                </a:lnTo>
                <a:lnTo>
                  <a:pt x="0" y="5277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3886988" y="1973270"/>
            <a:ext cx="3095504" cy="6451770"/>
          </a:xfrm>
          <a:prstGeom prst="roundRect">
            <a:avLst/>
          </a:prstGeom>
          <a:blipFill>
            <a:blip r:embed="rId10"/>
            <a:stretch>
              <a:fillRect l="-753" t="-7233" r="-753"/>
            </a:stretch>
          </a:blipFill>
        </p:spPr>
      </p:sp>
      <p:sp>
        <p:nvSpPr>
          <p:cNvPr id="25" name="Freeform 25"/>
          <p:cNvSpPr/>
          <p:nvPr/>
        </p:nvSpPr>
        <p:spPr>
          <a:xfrm rot="8391368">
            <a:off x="13397441" y="8953850"/>
            <a:ext cx="1411032" cy="804288"/>
          </a:xfrm>
          <a:custGeom>
            <a:avLst/>
            <a:gdLst/>
            <a:ahLst/>
            <a:cxnLst/>
            <a:rect l="l" t="t" r="r" b="b"/>
            <a:pathLst>
              <a:path w="1411032" h="804288">
                <a:moveTo>
                  <a:pt x="0" y="0"/>
                </a:moveTo>
                <a:lnTo>
                  <a:pt x="1411032" y="0"/>
                </a:lnTo>
                <a:lnTo>
                  <a:pt x="1411032" y="804289"/>
                </a:lnTo>
                <a:lnTo>
                  <a:pt x="0" y="804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587279" y="1790700"/>
            <a:ext cx="4356807" cy="5934622"/>
          </a:xfrm>
          <a:custGeom>
            <a:avLst/>
            <a:gdLst/>
            <a:ahLst/>
            <a:cxnLst/>
            <a:rect l="l" t="t" r="r" b="b"/>
            <a:pathLst>
              <a:path w="4356807" h="5934622">
                <a:moveTo>
                  <a:pt x="0" y="0"/>
                </a:moveTo>
                <a:lnTo>
                  <a:pt x="4356807" y="0"/>
                </a:lnTo>
                <a:lnTo>
                  <a:pt x="4356807" y="5934622"/>
                </a:lnTo>
                <a:lnTo>
                  <a:pt x="0" y="593462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4889807" y="9495252"/>
            <a:ext cx="3199470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851" b="1" spc="-131" dirty="0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INNOVATION &amp; COMPETITIVE EDGE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932956" y="8972630"/>
            <a:ext cx="2037135" cy="39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851" b="1" spc="-202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Slide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27340" y="161020"/>
            <a:ext cx="17761937" cy="90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71"/>
              </a:lnSpc>
              <a:spcBef>
                <a:spcPct val="0"/>
              </a:spcBef>
            </a:pPr>
            <a:r>
              <a:rPr lang="en-US" sz="5051" u="sng" spc="10">
                <a:solidFill>
                  <a:srgbClr val="101B40"/>
                </a:solidFill>
                <a:latin typeface="Brick Sans"/>
                <a:ea typeface="Brick Sans"/>
                <a:cs typeface="Brick Sans"/>
                <a:sym typeface="Brick Sans"/>
              </a:rPr>
              <a:t>Live Demo &amp; User Experience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942746" y="8681917"/>
            <a:ext cx="2896195" cy="32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101B40"/>
                </a:solidFill>
                <a:latin typeface="Poppins Bold"/>
                <a:ea typeface="Poppins Bold"/>
                <a:cs typeface="Poppins Bold"/>
                <a:sym typeface="Poppins Bold"/>
              </a:rPr>
              <a:t>Home Screen of our App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06307" y="8681917"/>
            <a:ext cx="2766894" cy="32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101B40"/>
                </a:solidFill>
                <a:latin typeface="Poppins Bold"/>
                <a:ea typeface="Poppins Bold"/>
                <a:cs typeface="Poppins Bold"/>
                <a:sym typeface="Poppins Bold"/>
              </a:rPr>
              <a:t>Start Recognition Page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89581" y="9362851"/>
            <a:ext cx="6782952" cy="755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2"/>
              </a:lnSpc>
              <a:spcBef>
                <a:spcPct val="0"/>
              </a:spcBef>
            </a:pPr>
            <a:r>
              <a:rPr lang="en-US" sz="2152" spc="4">
                <a:solidFill>
                  <a:srgbClr val="101B40"/>
                </a:solidFill>
                <a:latin typeface="Brick Sans"/>
                <a:ea typeface="Brick Sans"/>
                <a:cs typeface="Brick Sans"/>
                <a:sym typeface="Brick Sans"/>
              </a:rPr>
              <a:t>Learn Page for Understanding and Learning all the Signs </a:t>
            </a:r>
          </a:p>
        </p:txBody>
      </p:sp>
      <p:sp>
        <p:nvSpPr>
          <p:cNvPr id="33" name="Freeform 33"/>
          <p:cNvSpPr/>
          <p:nvPr/>
        </p:nvSpPr>
        <p:spPr>
          <a:xfrm rot="-2700000">
            <a:off x="4025345" y="4181840"/>
            <a:ext cx="2476638" cy="817290"/>
          </a:xfrm>
          <a:custGeom>
            <a:avLst/>
            <a:gdLst/>
            <a:ahLst/>
            <a:cxnLst/>
            <a:rect l="l" t="t" r="r" b="b"/>
            <a:pathLst>
              <a:path w="2476638" h="817290">
                <a:moveTo>
                  <a:pt x="0" y="0"/>
                </a:moveTo>
                <a:lnTo>
                  <a:pt x="2476637" y="0"/>
                </a:lnTo>
                <a:lnTo>
                  <a:pt x="2476637" y="817290"/>
                </a:lnTo>
                <a:lnTo>
                  <a:pt x="0" y="8172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738189" y="7889917"/>
            <a:ext cx="4205897" cy="649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91"/>
              </a:lnSpc>
            </a:pPr>
            <a:r>
              <a:rPr lang="en-US" sz="1851" b="1" u="sng" spc="3" dirty="0">
                <a:solidFill>
                  <a:srgbClr val="101B40"/>
                </a:solidFill>
                <a:latin typeface="Poppins Bold"/>
                <a:ea typeface="Poppins Bold"/>
                <a:cs typeface="Poppins Bold"/>
                <a:sym typeface="Poppins Bold"/>
              </a:rPr>
              <a:t>ISHARA</a:t>
            </a:r>
            <a:r>
              <a:rPr lang="en-US" sz="1851" b="1" spc="3" dirty="0">
                <a:solidFill>
                  <a:srgbClr val="101B40"/>
                </a:solidFill>
                <a:latin typeface="Poppins Bold"/>
                <a:ea typeface="Poppins Bold"/>
                <a:cs typeface="Poppins Bold"/>
                <a:sym typeface="Poppins Bold"/>
              </a:rPr>
              <a:t>: Our sensor based gloves</a:t>
            </a:r>
          </a:p>
          <a:p>
            <a:pPr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 dirty="0">
                <a:solidFill>
                  <a:srgbClr val="101B40"/>
                </a:solidFill>
                <a:latin typeface="Poppins Bold"/>
                <a:ea typeface="Poppins Bold"/>
                <a:cs typeface="Poppins Bold"/>
                <a:sym typeface="Poppins Bold"/>
              </a:rPr>
              <a:t> for recognition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02302" y="8178223"/>
            <a:ext cx="2977513" cy="1988211"/>
            <a:chOff x="0" y="0"/>
            <a:chExt cx="890306" cy="5944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0306" cy="594495"/>
            </a:xfrm>
            <a:custGeom>
              <a:avLst/>
              <a:gdLst/>
              <a:ahLst/>
              <a:cxnLst/>
              <a:rect l="l" t="t" r="r" b="b"/>
              <a:pathLst>
                <a:path w="890306" h="594495">
                  <a:moveTo>
                    <a:pt x="132607" y="0"/>
                  </a:moveTo>
                  <a:lnTo>
                    <a:pt x="757699" y="0"/>
                  </a:lnTo>
                  <a:cubicBezTo>
                    <a:pt x="830936" y="0"/>
                    <a:pt x="890306" y="59370"/>
                    <a:pt x="890306" y="132607"/>
                  </a:cubicBezTo>
                  <a:lnTo>
                    <a:pt x="890306" y="461888"/>
                  </a:lnTo>
                  <a:cubicBezTo>
                    <a:pt x="890306" y="535125"/>
                    <a:pt x="830936" y="594495"/>
                    <a:pt x="757699" y="594495"/>
                  </a:cubicBezTo>
                  <a:lnTo>
                    <a:pt x="132607" y="594495"/>
                  </a:lnTo>
                  <a:cubicBezTo>
                    <a:pt x="59370" y="594495"/>
                    <a:pt x="0" y="535125"/>
                    <a:pt x="0" y="461888"/>
                  </a:cubicBezTo>
                  <a:lnTo>
                    <a:pt x="0" y="132607"/>
                  </a:lnTo>
                  <a:cubicBezTo>
                    <a:pt x="0" y="59370"/>
                    <a:pt x="59370" y="0"/>
                    <a:pt x="132607" y="0"/>
                  </a:cubicBezTo>
                  <a:close/>
                </a:path>
              </a:pathLst>
            </a:custGeom>
            <a:solidFill>
              <a:srgbClr val="8FA4C1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90306" cy="632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36483" y="8321321"/>
            <a:ext cx="2709151" cy="683938"/>
            <a:chOff x="0" y="0"/>
            <a:chExt cx="810063" cy="2045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0063" cy="204504"/>
            </a:xfrm>
            <a:custGeom>
              <a:avLst/>
              <a:gdLst/>
              <a:ahLst/>
              <a:cxnLst/>
              <a:rect l="l" t="t" r="r" b="b"/>
              <a:pathLst>
                <a:path w="810063" h="204504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22440" y="8407326"/>
            <a:ext cx="511929" cy="51192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637688" y="1433622"/>
            <a:ext cx="7457561" cy="7511263"/>
          </a:xfrm>
          <a:custGeom>
            <a:avLst/>
            <a:gdLst/>
            <a:ahLst/>
            <a:cxnLst/>
            <a:rect l="l" t="t" r="r" b="b"/>
            <a:pathLst>
              <a:path w="7457561" h="7511263">
                <a:moveTo>
                  <a:pt x="0" y="0"/>
                </a:moveTo>
                <a:lnTo>
                  <a:pt x="7457561" y="0"/>
                </a:lnTo>
                <a:lnTo>
                  <a:pt x="7457561" y="7511263"/>
                </a:lnTo>
                <a:lnTo>
                  <a:pt x="0" y="7511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33327" t="-10518" r="-31623" b="-53253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0" y="7068312"/>
            <a:ext cx="7301372" cy="3218688"/>
          </a:xfrm>
          <a:custGeom>
            <a:avLst/>
            <a:gdLst/>
            <a:ahLst/>
            <a:cxnLst/>
            <a:rect l="l" t="t" r="r" b="b"/>
            <a:pathLst>
              <a:path w="7301372" h="3218688">
                <a:moveTo>
                  <a:pt x="0" y="0"/>
                </a:moveTo>
                <a:lnTo>
                  <a:pt x="7301372" y="0"/>
                </a:lnTo>
                <a:lnTo>
                  <a:pt x="7301372" y="3218688"/>
                </a:lnTo>
                <a:lnTo>
                  <a:pt x="0" y="3218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0800000">
            <a:off x="14247754" y="0"/>
            <a:ext cx="4040246" cy="6535692"/>
          </a:xfrm>
          <a:custGeom>
            <a:avLst/>
            <a:gdLst/>
            <a:ahLst/>
            <a:cxnLst/>
            <a:rect l="l" t="t" r="r" b="b"/>
            <a:pathLst>
              <a:path w="4040246" h="6535692">
                <a:moveTo>
                  <a:pt x="0" y="0"/>
                </a:moveTo>
                <a:lnTo>
                  <a:pt x="4040246" y="0"/>
                </a:lnTo>
                <a:lnTo>
                  <a:pt x="4040246" y="6535692"/>
                </a:lnTo>
                <a:lnTo>
                  <a:pt x="0" y="65356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106323" y="0"/>
            <a:ext cx="5744010" cy="4114800"/>
          </a:xfrm>
          <a:custGeom>
            <a:avLst/>
            <a:gdLst/>
            <a:ahLst/>
            <a:cxnLst/>
            <a:rect l="l" t="t" r="r" b="b"/>
            <a:pathLst>
              <a:path w="5744010" h="4114800">
                <a:moveTo>
                  <a:pt x="0" y="0"/>
                </a:moveTo>
                <a:lnTo>
                  <a:pt x="5744011" y="0"/>
                </a:lnTo>
                <a:lnTo>
                  <a:pt x="57440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20283" y="1957636"/>
            <a:ext cx="6439463" cy="5856235"/>
          </a:xfrm>
          <a:custGeom>
            <a:avLst/>
            <a:gdLst/>
            <a:ahLst/>
            <a:cxnLst/>
            <a:rect l="l" t="t" r="r" b="b"/>
            <a:pathLst>
              <a:path w="6439463" h="5856235">
                <a:moveTo>
                  <a:pt x="0" y="0"/>
                </a:moveTo>
                <a:lnTo>
                  <a:pt x="6439463" y="0"/>
                </a:lnTo>
                <a:lnTo>
                  <a:pt x="6439463" y="5856235"/>
                </a:lnTo>
                <a:lnTo>
                  <a:pt x="0" y="58562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823" t="-13375" r="-4287" b="-66589"/>
            </a:stretch>
          </a:blipFill>
        </p:spPr>
      </p:sp>
      <p:sp>
        <p:nvSpPr>
          <p:cNvPr id="17" name="Freeform 17"/>
          <p:cNvSpPr/>
          <p:nvPr/>
        </p:nvSpPr>
        <p:spPr>
          <a:xfrm rot="3629949">
            <a:off x="15486161" y="843181"/>
            <a:ext cx="1411032" cy="804288"/>
          </a:xfrm>
          <a:custGeom>
            <a:avLst/>
            <a:gdLst/>
            <a:ahLst/>
            <a:cxnLst/>
            <a:rect l="l" t="t" r="r" b="b"/>
            <a:pathLst>
              <a:path w="1411032" h="804288">
                <a:moveTo>
                  <a:pt x="0" y="0"/>
                </a:moveTo>
                <a:lnTo>
                  <a:pt x="1411032" y="0"/>
                </a:lnTo>
                <a:lnTo>
                  <a:pt x="1411032" y="804288"/>
                </a:lnTo>
                <a:lnTo>
                  <a:pt x="0" y="804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4977792">
            <a:off x="1528931" y="532959"/>
            <a:ext cx="1100408" cy="1539032"/>
          </a:xfrm>
          <a:custGeom>
            <a:avLst/>
            <a:gdLst/>
            <a:ahLst/>
            <a:cxnLst/>
            <a:rect l="l" t="t" r="r" b="b"/>
            <a:pathLst>
              <a:path w="1100408" h="1539032">
                <a:moveTo>
                  <a:pt x="0" y="0"/>
                </a:moveTo>
                <a:lnTo>
                  <a:pt x="1100408" y="0"/>
                </a:lnTo>
                <a:lnTo>
                  <a:pt x="1100408" y="1539032"/>
                </a:lnTo>
                <a:lnTo>
                  <a:pt x="0" y="15390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5362370" y="9250835"/>
            <a:ext cx="2507716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4"/>
              </a:lnSpc>
            </a:pPr>
            <a:r>
              <a:rPr lang="en-US" sz="2000" b="1" spc="-125" dirty="0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IMPACT AND FUTURE VISION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428087" y="8500736"/>
            <a:ext cx="1794353" cy="353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2"/>
              </a:lnSpc>
            </a:pPr>
            <a:r>
              <a:rPr lang="en-US" sz="2511" b="1" spc="-178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Slide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673927" y="218899"/>
            <a:ext cx="12940147" cy="90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71"/>
              </a:lnSpc>
              <a:spcBef>
                <a:spcPct val="0"/>
              </a:spcBef>
            </a:pPr>
            <a:r>
              <a:rPr lang="en-US" sz="5051" u="sng" spc="10" dirty="0">
                <a:solidFill>
                  <a:srgbClr val="101B40"/>
                </a:solidFill>
                <a:latin typeface="Brick Sans"/>
                <a:ea typeface="Brick Sans"/>
                <a:cs typeface="Brick Sans"/>
                <a:sym typeface="Brick Sans"/>
              </a:rPr>
              <a:t>Innovation &amp; Competitive Edge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54877" y="9588797"/>
            <a:ext cx="11663949" cy="480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8"/>
              </a:lnSpc>
            </a:pPr>
            <a:r>
              <a:rPr lang="en-US" sz="2834">
                <a:solidFill>
                  <a:srgbClr val="000000"/>
                </a:solidFill>
                <a:latin typeface="Gagalin"/>
                <a:ea typeface="Gagalin"/>
                <a:cs typeface="Gagalin"/>
                <a:sym typeface="Gagalin"/>
              </a:rPr>
              <a:t>A Step to make this world a better Place for Everyone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04E8C04-9A51-AC1C-2FCC-C1530E9CD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24029"/>
              </p:ext>
            </p:extLst>
          </p:nvPr>
        </p:nvGraphicFramePr>
        <p:xfrm>
          <a:off x="7393399" y="2009731"/>
          <a:ext cx="10361201" cy="5847093"/>
        </p:xfrm>
        <a:graphic>
          <a:graphicData uri="http://schemas.openxmlformats.org/drawingml/2006/table">
            <a:tbl>
              <a:tblPr/>
              <a:tblGrid>
                <a:gridCol w="2817401">
                  <a:extLst>
                    <a:ext uri="{9D8B030D-6E8A-4147-A177-3AD203B41FA5}">
                      <a16:colId xmlns:a16="http://schemas.microsoft.com/office/drawing/2014/main" val="615189025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88672389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10604194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66123815"/>
                    </a:ext>
                  </a:extLst>
                </a:gridCol>
              </a:tblGrid>
              <a:tr h="649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effectLst/>
                          <a:latin typeface="Brick Sans" panose="020B0604020202020204" charset="0"/>
                        </a:rPr>
                        <a:t>Feature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4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effectLst/>
                          <a:latin typeface="Brick Sans" panose="020B0604020202020204" charset="0"/>
                        </a:rPr>
                        <a:t>Camera Systems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4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effectLst/>
                          <a:latin typeface="Brick Sans" panose="020B0604020202020204" charset="0"/>
                        </a:rPr>
                        <a:t>Smart Gloves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4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effectLst/>
                          <a:latin typeface="Brick Sans" panose="020B0604020202020204" charset="0"/>
                        </a:rPr>
                        <a:t>ISHARA 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4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781425"/>
                  </a:ext>
                </a:extLst>
              </a:tr>
              <a:tr h="649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effectLst/>
                          <a:latin typeface="Brick Sans" panose="020B0604020202020204" charset="0"/>
                        </a:rPr>
                        <a:t>Portable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C8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>
                          <a:effectLst/>
                        </a:rPr>
                        <a:t>               No❌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>
                          <a:effectLst/>
                        </a:rPr>
                        <a:t>          Yes✅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>
                          <a:effectLst/>
                        </a:rPr>
                        <a:t>          Yes ✅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166809"/>
                  </a:ext>
                </a:extLst>
              </a:tr>
              <a:tr h="649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effectLst/>
                          <a:latin typeface="Brick Sans" panose="020B0604020202020204" charset="0"/>
                        </a:rPr>
                        <a:t>Low Cost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C8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>
                          <a:effectLst/>
                        </a:rPr>
                        <a:t>               No❌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>
                          <a:effectLst/>
                        </a:rPr>
                        <a:t>          No❌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>
                          <a:effectLst/>
                        </a:rPr>
                        <a:t>          Yes ✅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02894"/>
                  </a:ext>
                </a:extLst>
              </a:tr>
              <a:tr h="649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  <a:latin typeface="Brick Sans" panose="020B0604020202020204" charset="0"/>
                        </a:rPr>
                        <a:t>AI-Based Recognition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C8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>
                          <a:effectLst/>
                        </a:rPr>
                        <a:t>              ⚠️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>
                          <a:effectLst/>
                        </a:rPr>
                        <a:t>          Yes✅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>
                          <a:effectLst/>
                        </a:rPr>
                        <a:t>          Yes ✅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66610"/>
                  </a:ext>
                </a:extLst>
              </a:tr>
              <a:tr h="649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  <a:latin typeface="Brick Sans" panose="020B0604020202020204" charset="0"/>
                        </a:rPr>
                        <a:t>Wireless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C8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>
                          <a:effectLst/>
                        </a:rPr>
                        <a:t>               No❌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>
                          <a:effectLst/>
                        </a:rPr>
                        <a:t>          ⚠️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>
                          <a:effectLst/>
                        </a:rPr>
                        <a:t>          Yes ✅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623976"/>
                  </a:ext>
                </a:extLst>
              </a:tr>
              <a:tr h="649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  <a:latin typeface="Brick Sans" panose="020B0604020202020204" charset="0"/>
                        </a:rPr>
                        <a:t>Privacy Friendly 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C8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>
                          <a:effectLst/>
                        </a:rPr>
                        <a:t>               No❌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>
                          <a:effectLst/>
                        </a:rPr>
                        <a:t>          Yes✅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>
                          <a:effectLst/>
                        </a:rPr>
                        <a:t>          Yes ✅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215111"/>
                  </a:ext>
                </a:extLst>
              </a:tr>
              <a:tr h="649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  <a:latin typeface="Brick Sans" panose="020B0604020202020204" charset="0"/>
                        </a:rPr>
                        <a:t>Real-Time Speech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C8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>
                          <a:effectLst/>
                        </a:rPr>
                        <a:t>              ⚠️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>
                          <a:effectLst/>
                        </a:rPr>
                        <a:t>          Yes✅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>
                          <a:effectLst/>
                        </a:rPr>
                        <a:t>          Yes ✅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745412"/>
                  </a:ext>
                </a:extLst>
              </a:tr>
              <a:tr h="649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  <a:latin typeface="Brick Sans" panose="020B0604020202020204" charset="0"/>
                        </a:rPr>
                        <a:t>App Integration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C8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>
                          <a:effectLst/>
                        </a:rPr>
                        <a:t>               No❌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>
                          <a:effectLst/>
                        </a:rPr>
                        <a:t>          No❌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>
                          <a:effectLst/>
                        </a:rPr>
                        <a:t>          Yes ✅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456504"/>
                  </a:ext>
                </a:extLst>
              </a:tr>
              <a:tr h="6496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effectLst/>
                          <a:latin typeface="Brick Sans" panose="020B0604020202020204" charset="0"/>
                        </a:rPr>
                        <a:t>Scalable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C8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>
                          <a:effectLst/>
                        </a:rPr>
                        <a:t>              ⚠️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700" dirty="0">
                          <a:effectLst/>
                        </a:rPr>
                        <a:t>          ⚠️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>
                          <a:effectLst/>
                        </a:rPr>
                        <a:t>          Yes ✅</a:t>
                      </a:r>
                    </a:p>
                  </a:txBody>
                  <a:tcPr marL="85654" marR="85654" marT="42827" marB="42827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9562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9830" y="7881149"/>
            <a:ext cx="3380381" cy="2257223"/>
            <a:chOff x="0" y="0"/>
            <a:chExt cx="890306" cy="5944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0306" cy="594495"/>
            </a:xfrm>
            <a:custGeom>
              <a:avLst/>
              <a:gdLst/>
              <a:ahLst/>
              <a:cxnLst/>
              <a:rect l="l" t="t" r="r" b="b"/>
              <a:pathLst>
                <a:path w="890306" h="594495">
                  <a:moveTo>
                    <a:pt x="116803" y="0"/>
                  </a:moveTo>
                  <a:lnTo>
                    <a:pt x="773503" y="0"/>
                  </a:lnTo>
                  <a:cubicBezTo>
                    <a:pt x="838012" y="0"/>
                    <a:pt x="890306" y="52294"/>
                    <a:pt x="890306" y="116803"/>
                  </a:cubicBezTo>
                  <a:lnTo>
                    <a:pt x="890306" y="477692"/>
                  </a:lnTo>
                  <a:cubicBezTo>
                    <a:pt x="890306" y="542200"/>
                    <a:pt x="838012" y="594495"/>
                    <a:pt x="773503" y="594495"/>
                  </a:cubicBezTo>
                  <a:lnTo>
                    <a:pt x="116803" y="594495"/>
                  </a:lnTo>
                  <a:cubicBezTo>
                    <a:pt x="52294" y="594495"/>
                    <a:pt x="0" y="542200"/>
                    <a:pt x="0" y="477692"/>
                  </a:cubicBezTo>
                  <a:lnTo>
                    <a:pt x="0" y="116803"/>
                  </a:lnTo>
                  <a:cubicBezTo>
                    <a:pt x="0" y="52294"/>
                    <a:pt x="52294" y="0"/>
                    <a:pt x="116803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90306" cy="632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2167" y="8043609"/>
            <a:ext cx="3075708" cy="776477"/>
            <a:chOff x="0" y="0"/>
            <a:chExt cx="810063" cy="2045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0063" cy="204504"/>
            </a:xfrm>
            <a:custGeom>
              <a:avLst/>
              <a:gdLst/>
              <a:ahLst/>
              <a:cxnLst/>
              <a:rect l="l" t="t" r="r" b="b"/>
              <a:pathLst>
                <a:path w="810063" h="204504">
                  <a:moveTo>
                    <a:pt x="102252" y="0"/>
                  </a:moveTo>
                  <a:lnTo>
                    <a:pt x="707811" y="0"/>
                  </a:lnTo>
                  <a:cubicBezTo>
                    <a:pt x="764283" y="0"/>
                    <a:pt x="810063" y="45780"/>
                    <a:pt x="810063" y="102252"/>
                  </a:cubicBezTo>
                  <a:lnTo>
                    <a:pt x="810063" y="102252"/>
                  </a:lnTo>
                  <a:cubicBezTo>
                    <a:pt x="810063" y="129371"/>
                    <a:pt x="799290" y="155379"/>
                    <a:pt x="780114" y="174555"/>
                  </a:cubicBezTo>
                  <a:cubicBezTo>
                    <a:pt x="760938" y="193731"/>
                    <a:pt x="734930" y="204504"/>
                    <a:pt x="707811" y="204504"/>
                  </a:cubicBezTo>
                  <a:lnTo>
                    <a:pt x="102252" y="204504"/>
                  </a:lnTo>
                  <a:cubicBezTo>
                    <a:pt x="75133" y="204504"/>
                    <a:pt x="49125" y="193731"/>
                    <a:pt x="29949" y="174555"/>
                  </a:cubicBezTo>
                  <a:cubicBezTo>
                    <a:pt x="10773" y="155379"/>
                    <a:pt x="0" y="129371"/>
                    <a:pt x="0" y="102252"/>
                  </a:cubicBezTo>
                  <a:lnTo>
                    <a:pt x="0" y="102252"/>
                  </a:lnTo>
                  <a:cubicBezTo>
                    <a:pt x="0" y="75133"/>
                    <a:pt x="10773" y="49125"/>
                    <a:pt x="29949" y="29949"/>
                  </a:cubicBezTo>
                  <a:cubicBezTo>
                    <a:pt x="49125" y="10773"/>
                    <a:pt x="75133" y="0"/>
                    <a:pt x="1022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0063" cy="242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686830" y="8141250"/>
            <a:ext cx="581194" cy="58119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FA4C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9525" y="7068312"/>
            <a:ext cx="7301372" cy="3218688"/>
          </a:xfrm>
          <a:custGeom>
            <a:avLst/>
            <a:gdLst/>
            <a:ahLst/>
            <a:cxnLst/>
            <a:rect l="l" t="t" r="r" b="b"/>
            <a:pathLst>
              <a:path w="7301372" h="3218688">
                <a:moveTo>
                  <a:pt x="0" y="0"/>
                </a:moveTo>
                <a:lnTo>
                  <a:pt x="7301372" y="0"/>
                </a:lnTo>
                <a:lnTo>
                  <a:pt x="7301372" y="3218688"/>
                </a:lnTo>
                <a:lnTo>
                  <a:pt x="0" y="3218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0800000">
            <a:off x="14247754" y="0"/>
            <a:ext cx="4040246" cy="6535692"/>
          </a:xfrm>
          <a:custGeom>
            <a:avLst/>
            <a:gdLst/>
            <a:ahLst/>
            <a:cxnLst/>
            <a:rect l="l" t="t" r="r" b="b"/>
            <a:pathLst>
              <a:path w="4040246" h="6535692">
                <a:moveTo>
                  <a:pt x="0" y="0"/>
                </a:moveTo>
                <a:lnTo>
                  <a:pt x="4040246" y="0"/>
                </a:lnTo>
                <a:lnTo>
                  <a:pt x="4040246" y="6535692"/>
                </a:lnTo>
                <a:lnTo>
                  <a:pt x="0" y="65356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96798" y="0"/>
            <a:ext cx="5744010" cy="4114800"/>
          </a:xfrm>
          <a:custGeom>
            <a:avLst/>
            <a:gdLst/>
            <a:ahLst/>
            <a:cxnLst/>
            <a:rect l="l" t="t" r="r" b="b"/>
            <a:pathLst>
              <a:path w="5744010" h="4114800">
                <a:moveTo>
                  <a:pt x="0" y="0"/>
                </a:moveTo>
                <a:lnTo>
                  <a:pt x="5744011" y="0"/>
                </a:lnTo>
                <a:lnTo>
                  <a:pt x="57440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005538" y="1468562"/>
            <a:ext cx="6276924" cy="6276924"/>
          </a:xfrm>
          <a:custGeom>
            <a:avLst/>
            <a:gdLst/>
            <a:ahLst/>
            <a:cxnLst/>
            <a:rect l="l" t="t" r="r" b="b"/>
            <a:pathLst>
              <a:path w="6276924" h="6276924">
                <a:moveTo>
                  <a:pt x="0" y="0"/>
                </a:moveTo>
                <a:lnTo>
                  <a:pt x="6276924" y="0"/>
                </a:lnTo>
                <a:lnTo>
                  <a:pt x="6276924" y="6276925"/>
                </a:lnTo>
                <a:lnTo>
                  <a:pt x="0" y="62769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958737" y="1028700"/>
            <a:ext cx="4765903" cy="9232516"/>
          </a:xfrm>
          <a:custGeom>
            <a:avLst/>
            <a:gdLst/>
            <a:ahLst/>
            <a:cxnLst/>
            <a:rect l="l" t="t" r="r" b="b"/>
            <a:pathLst>
              <a:path w="4765903" h="9232516">
                <a:moveTo>
                  <a:pt x="0" y="0"/>
                </a:moveTo>
                <a:lnTo>
                  <a:pt x="4765903" y="0"/>
                </a:lnTo>
                <a:lnTo>
                  <a:pt x="4765903" y="9232516"/>
                </a:lnTo>
                <a:lnTo>
                  <a:pt x="0" y="92325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591" t="-12892" b="-6387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166124" y="972426"/>
            <a:ext cx="1659264" cy="2320648"/>
          </a:xfrm>
          <a:custGeom>
            <a:avLst/>
            <a:gdLst/>
            <a:ahLst/>
            <a:cxnLst/>
            <a:rect l="l" t="t" r="r" b="b"/>
            <a:pathLst>
              <a:path w="1659264" h="2320648">
                <a:moveTo>
                  <a:pt x="0" y="0"/>
                </a:moveTo>
                <a:lnTo>
                  <a:pt x="1659263" y="0"/>
                </a:lnTo>
                <a:lnTo>
                  <a:pt x="1659263" y="2320649"/>
                </a:lnTo>
                <a:lnTo>
                  <a:pt x="0" y="23206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159762" y="1046767"/>
            <a:ext cx="4696225" cy="6643882"/>
          </a:xfrm>
          <a:custGeom>
            <a:avLst/>
            <a:gdLst/>
            <a:ahLst/>
            <a:cxnLst/>
            <a:rect l="l" t="t" r="r" b="b"/>
            <a:pathLst>
              <a:path w="4696225" h="6643882">
                <a:moveTo>
                  <a:pt x="0" y="0"/>
                </a:moveTo>
                <a:lnTo>
                  <a:pt x="4696225" y="0"/>
                </a:lnTo>
                <a:lnTo>
                  <a:pt x="4696225" y="6643882"/>
                </a:lnTo>
                <a:lnTo>
                  <a:pt x="0" y="66438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7477" t="-18856" r="-9814" b="-10056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87833" y="9068234"/>
            <a:ext cx="3010516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0"/>
              </a:lnSpc>
            </a:pPr>
            <a:r>
              <a:rPr lang="en-US" sz="2400" b="1" spc="-219" dirty="0">
                <a:solidFill>
                  <a:srgbClr val="F4F4F4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BUSINESS AND    REVENUE MODEL</a:t>
            </a:r>
          </a:p>
          <a:p>
            <a:pPr algn="just">
              <a:lnSpc>
                <a:spcPts val="3340"/>
              </a:lnSpc>
            </a:pPr>
            <a:endParaRPr lang="en-US" sz="3092" b="1" spc="-219" dirty="0">
              <a:solidFill>
                <a:srgbClr val="F4F4F4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49695" y="8252958"/>
            <a:ext cx="2037135" cy="39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851" b="1" spc="-202">
                <a:solidFill>
                  <a:srgbClr val="8FA4C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Slide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07289" y="-28751"/>
            <a:ext cx="15218099" cy="90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71"/>
              </a:lnSpc>
              <a:spcBef>
                <a:spcPct val="0"/>
              </a:spcBef>
            </a:pPr>
            <a:r>
              <a:rPr lang="en-US" sz="5051" u="sng" spc="10">
                <a:solidFill>
                  <a:srgbClr val="101B40"/>
                </a:solidFill>
                <a:latin typeface="Brick Sans"/>
                <a:ea typeface="Brick Sans"/>
                <a:cs typeface="Brick Sans"/>
                <a:sym typeface="Brick Sans"/>
              </a:rPr>
              <a:t>Impact &amp; Future Vision</a:t>
            </a:r>
          </a:p>
        </p:txBody>
      </p:sp>
      <p:sp>
        <p:nvSpPr>
          <p:cNvPr id="21" name="Freeform 21"/>
          <p:cNvSpPr/>
          <p:nvPr/>
        </p:nvSpPr>
        <p:spPr>
          <a:xfrm rot="6617853">
            <a:off x="2886812" y="123678"/>
            <a:ext cx="780785" cy="1092008"/>
          </a:xfrm>
          <a:custGeom>
            <a:avLst/>
            <a:gdLst/>
            <a:ahLst/>
            <a:cxnLst/>
            <a:rect l="l" t="t" r="r" b="b"/>
            <a:pathLst>
              <a:path w="780785" h="1092008">
                <a:moveTo>
                  <a:pt x="0" y="0"/>
                </a:moveTo>
                <a:lnTo>
                  <a:pt x="780785" y="0"/>
                </a:lnTo>
                <a:lnTo>
                  <a:pt x="780785" y="1092007"/>
                </a:lnTo>
                <a:lnTo>
                  <a:pt x="0" y="10920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3882261" y="7973143"/>
            <a:ext cx="9009801" cy="1351388"/>
          </a:xfrm>
          <a:custGeom>
            <a:avLst/>
            <a:gdLst/>
            <a:ahLst/>
            <a:cxnLst/>
            <a:rect l="l" t="t" r="r" b="b"/>
            <a:pathLst>
              <a:path w="9009801" h="1351388">
                <a:moveTo>
                  <a:pt x="0" y="0"/>
                </a:moveTo>
                <a:lnTo>
                  <a:pt x="9009801" y="0"/>
                </a:lnTo>
                <a:lnTo>
                  <a:pt x="9009801" y="1351388"/>
                </a:lnTo>
                <a:lnTo>
                  <a:pt x="0" y="135138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1435" t="-108874" r="-4221" b="-56615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6867214" y="7094405"/>
            <a:ext cx="4498249" cy="691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21"/>
              </a:lnSpc>
              <a:spcBef>
                <a:spcPct val="0"/>
              </a:spcBef>
            </a:pPr>
            <a:r>
              <a:rPr lang="en-US" sz="3801" u="sng" spc="7">
                <a:solidFill>
                  <a:srgbClr val="101B40"/>
                </a:solidFill>
                <a:latin typeface="Brick Sans"/>
                <a:ea typeface="Brick Sans"/>
                <a:cs typeface="Brick Sans"/>
                <a:sym typeface="Brick Sans"/>
              </a:rPr>
              <a:t>Applications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07144" y="9495981"/>
            <a:ext cx="8160036" cy="71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6"/>
              </a:lnSpc>
            </a:pPr>
            <a:r>
              <a:rPr lang="en-US" sz="198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 complete AI-powered accessibility platform that is portable, affordable, and designed for real-world deployment.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004666" y="5831949"/>
            <a:ext cx="126321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2">
                <a:solidFill>
                  <a:srgbClr val="000000">
                    <a:alpha val="60784"/>
                  </a:srgbClr>
                </a:solidFill>
                <a:latin typeface="Fredoka"/>
                <a:ea typeface="Fredoka"/>
                <a:cs typeface="Fredoka"/>
                <a:sym typeface="Fredoka"/>
              </a:rPr>
              <a:t>Improvements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8421" y="1142133"/>
            <a:ext cx="17871158" cy="8796178"/>
          </a:xfrm>
          <a:custGeom>
            <a:avLst/>
            <a:gdLst/>
            <a:ahLst/>
            <a:cxnLst/>
            <a:rect l="l" t="t" r="r" b="b"/>
            <a:pathLst>
              <a:path w="17871158" h="8796178">
                <a:moveTo>
                  <a:pt x="0" y="0"/>
                </a:moveTo>
                <a:lnTo>
                  <a:pt x="17871158" y="0"/>
                </a:lnTo>
                <a:lnTo>
                  <a:pt x="17871158" y="8796179"/>
                </a:lnTo>
                <a:lnTo>
                  <a:pt x="0" y="8796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2" t="-11631" r="-743" b="-113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7068312"/>
            <a:ext cx="7301372" cy="3218688"/>
          </a:xfrm>
          <a:custGeom>
            <a:avLst/>
            <a:gdLst/>
            <a:ahLst/>
            <a:cxnLst/>
            <a:rect l="l" t="t" r="r" b="b"/>
            <a:pathLst>
              <a:path w="7301372" h="3218688">
                <a:moveTo>
                  <a:pt x="0" y="0"/>
                </a:moveTo>
                <a:lnTo>
                  <a:pt x="7301372" y="0"/>
                </a:lnTo>
                <a:lnTo>
                  <a:pt x="7301372" y="3218688"/>
                </a:lnTo>
                <a:lnTo>
                  <a:pt x="0" y="3218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247754" y="0"/>
            <a:ext cx="4040246" cy="6535692"/>
          </a:xfrm>
          <a:custGeom>
            <a:avLst/>
            <a:gdLst/>
            <a:ahLst/>
            <a:cxnLst/>
            <a:rect l="l" t="t" r="r" b="b"/>
            <a:pathLst>
              <a:path w="4040246" h="6535692">
                <a:moveTo>
                  <a:pt x="0" y="0"/>
                </a:moveTo>
                <a:lnTo>
                  <a:pt x="4040246" y="0"/>
                </a:lnTo>
                <a:lnTo>
                  <a:pt x="4040246" y="6535692"/>
                </a:lnTo>
                <a:lnTo>
                  <a:pt x="0" y="65356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06323" y="0"/>
            <a:ext cx="5744010" cy="4114800"/>
          </a:xfrm>
          <a:custGeom>
            <a:avLst/>
            <a:gdLst/>
            <a:ahLst/>
            <a:cxnLst/>
            <a:rect l="l" t="t" r="r" b="b"/>
            <a:pathLst>
              <a:path w="5744010" h="4114800">
                <a:moveTo>
                  <a:pt x="0" y="0"/>
                </a:moveTo>
                <a:lnTo>
                  <a:pt x="5744011" y="0"/>
                </a:lnTo>
                <a:lnTo>
                  <a:pt x="57440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499106" y="731958"/>
            <a:ext cx="1589190" cy="31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1"/>
              </a:lnSpc>
              <a:spcBef>
                <a:spcPct val="0"/>
              </a:spcBef>
            </a:pPr>
            <a:r>
              <a:rPr lang="en-US" sz="1851" b="1" spc="3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19350" y="-1452"/>
            <a:ext cx="10849300" cy="909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71"/>
              </a:lnSpc>
              <a:spcBef>
                <a:spcPct val="0"/>
              </a:spcBef>
            </a:pPr>
            <a:r>
              <a:rPr lang="en-US" sz="5051" u="sng" spc="10">
                <a:solidFill>
                  <a:srgbClr val="101B40"/>
                </a:solidFill>
                <a:latin typeface="Brick Sans"/>
                <a:ea typeface="Brick Sans"/>
                <a:cs typeface="Brick Sans"/>
                <a:sym typeface="Brick Sans"/>
              </a:rPr>
              <a:t>Business &amp; Revenue Model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897350" y="9353550"/>
            <a:ext cx="111442" cy="108585"/>
            <a:chOff x="0" y="0"/>
            <a:chExt cx="148590" cy="144780"/>
          </a:xfrm>
        </p:grpSpPr>
        <p:sp>
          <p:nvSpPr>
            <p:cNvPr id="9" name="Freeform 9"/>
            <p:cNvSpPr/>
            <p:nvPr/>
          </p:nvSpPr>
          <p:spPr>
            <a:xfrm>
              <a:off x="49280" y="49054"/>
              <a:ext cx="47240" cy="40785"/>
            </a:xfrm>
            <a:custGeom>
              <a:avLst/>
              <a:gdLst/>
              <a:ahLst/>
              <a:cxnLst/>
              <a:rect l="l" t="t" r="r" b="b"/>
              <a:pathLst>
                <a:path w="47240" h="40785">
                  <a:moveTo>
                    <a:pt x="47240" y="14446"/>
                  </a:moveTo>
                  <a:cubicBezTo>
                    <a:pt x="26920" y="48736"/>
                    <a:pt x="6600" y="42386"/>
                    <a:pt x="1520" y="34766"/>
                  </a:cubicBezTo>
                  <a:cubicBezTo>
                    <a:pt x="-2290" y="27146"/>
                    <a:pt x="1520" y="6826"/>
                    <a:pt x="7870" y="1746"/>
                  </a:cubicBezTo>
                  <a:cubicBezTo>
                    <a:pt x="14220" y="-3334"/>
                    <a:pt x="42160" y="4286"/>
                    <a:pt x="42160" y="4286"/>
                  </a:cubicBezTo>
                </a:path>
              </a:pathLst>
            </a:custGeom>
            <a:solidFill>
              <a:srgbClr val="F4F4F4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96029" y="8540152"/>
            <a:ext cx="1274721" cy="422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</a:p>
        </p:txBody>
      </p:sp>
      <p:sp>
        <p:nvSpPr>
          <p:cNvPr id="3" name="Freeform 3"/>
          <p:cNvSpPr/>
          <p:nvPr/>
        </p:nvSpPr>
        <p:spPr>
          <a:xfrm>
            <a:off x="5637688" y="1433622"/>
            <a:ext cx="7457561" cy="7511263"/>
          </a:xfrm>
          <a:custGeom>
            <a:avLst/>
            <a:gdLst/>
            <a:ahLst/>
            <a:cxnLst/>
            <a:rect l="l" t="t" r="r" b="b"/>
            <a:pathLst>
              <a:path w="7457561" h="7511263">
                <a:moveTo>
                  <a:pt x="0" y="0"/>
                </a:moveTo>
                <a:lnTo>
                  <a:pt x="7457561" y="0"/>
                </a:lnTo>
                <a:lnTo>
                  <a:pt x="7457561" y="7511263"/>
                </a:lnTo>
                <a:lnTo>
                  <a:pt x="0" y="7511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33327" t="-10518" r="-31623" b="-5325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2428" y="7068312"/>
            <a:ext cx="7301372" cy="3218688"/>
          </a:xfrm>
          <a:custGeom>
            <a:avLst/>
            <a:gdLst/>
            <a:ahLst/>
            <a:cxnLst/>
            <a:rect l="l" t="t" r="r" b="b"/>
            <a:pathLst>
              <a:path w="7301372" h="3218688">
                <a:moveTo>
                  <a:pt x="0" y="0"/>
                </a:moveTo>
                <a:lnTo>
                  <a:pt x="7301371" y="0"/>
                </a:lnTo>
                <a:lnTo>
                  <a:pt x="7301371" y="3218688"/>
                </a:lnTo>
                <a:lnTo>
                  <a:pt x="0" y="32186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4247754" y="0"/>
            <a:ext cx="4040246" cy="6535692"/>
          </a:xfrm>
          <a:custGeom>
            <a:avLst/>
            <a:gdLst/>
            <a:ahLst/>
            <a:cxnLst/>
            <a:rect l="l" t="t" r="r" b="b"/>
            <a:pathLst>
              <a:path w="4040246" h="6535692">
                <a:moveTo>
                  <a:pt x="0" y="0"/>
                </a:moveTo>
                <a:lnTo>
                  <a:pt x="4040246" y="0"/>
                </a:lnTo>
                <a:lnTo>
                  <a:pt x="4040246" y="6535692"/>
                </a:lnTo>
                <a:lnTo>
                  <a:pt x="0" y="65356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64738" y="-1215052"/>
            <a:ext cx="5744010" cy="4114800"/>
          </a:xfrm>
          <a:custGeom>
            <a:avLst/>
            <a:gdLst/>
            <a:ahLst/>
            <a:cxnLst/>
            <a:rect l="l" t="t" r="r" b="b"/>
            <a:pathLst>
              <a:path w="5744010" h="4114800">
                <a:moveTo>
                  <a:pt x="0" y="0"/>
                </a:moveTo>
                <a:lnTo>
                  <a:pt x="5744010" y="0"/>
                </a:lnTo>
                <a:lnTo>
                  <a:pt x="57440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638352" y="8221542"/>
            <a:ext cx="381000" cy="969264"/>
          </a:xfrm>
          <a:custGeom>
            <a:avLst/>
            <a:gdLst/>
            <a:ahLst/>
            <a:cxnLst/>
            <a:rect l="l" t="t" r="r" b="b"/>
            <a:pathLst>
              <a:path w="381000" h="969264">
                <a:moveTo>
                  <a:pt x="0" y="0"/>
                </a:moveTo>
                <a:lnTo>
                  <a:pt x="381000" y="0"/>
                </a:lnTo>
                <a:lnTo>
                  <a:pt x="381000" y="969264"/>
                </a:lnTo>
                <a:lnTo>
                  <a:pt x="0" y="96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258935" y="8221542"/>
            <a:ext cx="381000" cy="969264"/>
          </a:xfrm>
          <a:custGeom>
            <a:avLst/>
            <a:gdLst/>
            <a:ahLst/>
            <a:cxnLst/>
            <a:rect l="l" t="t" r="r" b="b"/>
            <a:pathLst>
              <a:path w="381000" h="969264">
                <a:moveTo>
                  <a:pt x="0" y="0"/>
                </a:moveTo>
                <a:lnTo>
                  <a:pt x="381000" y="0"/>
                </a:lnTo>
                <a:lnTo>
                  <a:pt x="381000" y="969264"/>
                </a:lnTo>
                <a:lnTo>
                  <a:pt x="0" y="96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712447" y="8279454"/>
            <a:ext cx="853440" cy="853440"/>
          </a:xfrm>
          <a:custGeom>
            <a:avLst/>
            <a:gdLst/>
            <a:ahLst/>
            <a:cxnLst/>
            <a:rect l="l" t="t" r="r" b="b"/>
            <a:pathLst>
              <a:path w="853440" h="853440">
                <a:moveTo>
                  <a:pt x="0" y="0"/>
                </a:moveTo>
                <a:lnTo>
                  <a:pt x="853440" y="0"/>
                </a:lnTo>
                <a:lnTo>
                  <a:pt x="85344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119992" y="8995172"/>
            <a:ext cx="381000" cy="969264"/>
          </a:xfrm>
          <a:custGeom>
            <a:avLst/>
            <a:gdLst/>
            <a:ahLst/>
            <a:cxnLst/>
            <a:rect l="l" t="t" r="r" b="b"/>
            <a:pathLst>
              <a:path w="381000" h="969264">
                <a:moveTo>
                  <a:pt x="0" y="0"/>
                </a:moveTo>
                <a:lnTo>
                  <a:pt x="381000" y="0"/>
                </a:lnTo>
                <a:lnTo>
                  <a:pt x="381000" y="969264"/>
                </a:lnTo>
                <a:lnTo>
                  <a:pt x="0" y="96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499362" y="8995210"/>
            <a:ext cx="381000" cy="969264"/>
          </a:xfrm>
          <a:custGeom>
            <a:avLst/>
            <a:gdLst/>
            <a:ahLst/>
            <a:cxnLst/>
            <a:rect l="l" t="t" r="r" b="b"/>
            <a:pathLst>
              <a:path w="381000" h="969264">
                <a:moveTo>
                  <a:pt x="0" y="0"/>
                </a:moveTo>
                <a:lnTo>
                  <a:pt x="381000" y="0"/>
                </a:lnTo>
                <a:lnTo>
                  <a:pt x="381000" y="969264"/>
                </a:lnTo>
                <a:lnTo>
                  <a:pt x="0" y="96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573457" y="9053132"/>
            <a:ext cx="853440" cy="853440"/>
          </a:xfrm>
          <a:custGeom>
            <a:avLst/>
            <a:gdLst/>
            <a:ahLst/>
            <a:cxnLst/>
            <a:rect l="l" t="t" r="r" b="b"/>
            <a:pathLst>
              <a:path w="853440" h="853440">
                <a:moveTo>
                  <a:pt x="0" y="0"/>
                </a:moveTo>
                <a:lnTo>
                  <a:pt x="853440" y="0"/>
                </a:lnTo>
                <a:lnTo>
                  <a:pt x="85344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80659" y="8221542"/>
            <a:ext cx="381000" cy="969264"/>
          </a:xfrm>
          <a:custGeom>
            <a:avLst/>
            <a:gdLst/>
            <a:ahLst/>
            <a:cxnLst/>
            <a:rect l="l" t="t" r="r" b="b"/>
            <a:pathLst>
              <a:path w="381000" h="969264">
                <a:moveTo>
                  <a:pt x="0" y="0"/>
                </a:moveTo>
                <a:lnTo>
                  <a:pt x="381000" y="0"/>
                </a:lnTo>
                <a:lnTo>
                  <a:pt x="381000" y="969264"/>
                </a:lnTo>
                <a:lnTo>
                  <a:pt x="0" y="96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701251" y="8221542"/>
            <a:ext cx="381000" cy="969264"/>
          </a:xfrm>
          <a:custGeom>
            <a:avLst/>
            <a:gdLst/>
            <a:ahLst/>
            <a:cxnLst/>
            <a:rect l="l" t="t" r="r" b="b"/>
            <a:pathLst>
              <a:path w="381000" h="969264">
                <a:moveTo>
                  <a:pt x="0" y="0"/>
                </a:moveTo>
                <a:lnTo>
                  <a:pt x="381000" y="0"/>
                </a:lnTo>
                <a:lnTo>
                  <a:pt x="381000" y="969264"/>
                </a:lnTo>
                <a:lnTo>
                  <a:pt x="0" y="96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54716" y="8279454"/>
            <a:ext cx="853440" cy="853440"/>
          </a:xfrm>
          <a:custGeom>
            <a:avLst/>
            <a:gdLst/>
            <a:ahLst/>
            <a:cxnLst/>
            <a:rect l="l" t="t" r="r" b="b"/>
            <a:pathLst>
              <a:path w="853440" h="853440">
                <a:moveTo>
                  <a:pt x="0" y="0"/>
                </a:moveTo>
                <a:lnTo>
                  <a:pt x="853440" y="0"/>
                </a:lnTo>
                <a:lnTo>
                  <a:pt x="85344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362020" y="8221542"/>
            <a:ext cx="381000" cy="969264"/>
          </a:xfrm>
          <a:custGeom>
            <a:avLst/>
            <a:gdLst/>
            <a:ahLst/>
            <a:cxnLst/>
            <a:rect l="l" t="t" r="r" b="b"/>
            <a:pathLst>
              <a:path w="381000" h="969264">
                <a:moveTo>
                  <a:pt x="0" y="0"/>
                </a:moveTo>
                <a:lnTo>
                  <a:pt x="381000" y="0"/>
                </a:lnTo>
                <a:lnTo>
                  <a:pt x="381000" y="969264"/>
                </a:lnTo>
                <a:lnTo>
                  <a:pt x="0" y="96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982603" y="8221542"/>
            <a:ext cx="381000" cy="969264"/>
          </a:xfrm>
          <a:custGeom>
            <a:avLst/>
            <a:gdLst/>
            <a:ahLst/>
            <a:cxnLst/>
            <a:rect l="l" t="t" r="r" b="b"/>
            <a:pathLst>
              <a:path w="381000" h="969264">
                <a:moveTo>
                  <a:pt x="0" y="0"/>
                </a:moveTo>
                <a:lnTo>
                  <a:pt x="381000" y="0"/>
                </a:lnTo>
                <a:lnTo>
                  <a:pt x="381000" y="969264"/>
                </a:lnTo>
                <a:lnTo>
                  <a:pt x="0" y="96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3436068" y="8279454"/>
            <a:ext cx="853440" cy="853440"/>
          </a:xfrm>
          <a:custGeom>
            <a:avLst/>
            <a:gdLst/>
            <a:ahLst/>
            <a:cxnLst/>
            <a:rect l="l" t="t" r="r" b="b"/>
            <a:pathLst>
              <a:path w="853440" h="853440">
                <a:moveTo>
                  <a:pt x="0" y="0"/>
                </a:moveTo>
                <a:lnTo>
                  <a:pt x="853440" y="0"/>
                </a:lnTo>
                <a:lnTo>
                  <a:pt x="85344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2838631" y="8995172"/>
            <a:ext cx="381000" cy="969264"/>
          </a:xfrm>
          <a:custGeom>
            <a:avLst/>
            <a:gdLst/>
            <a:ahLst/>
            <a:cxnLst/>
            <a:rect l="l" t="t" r="r" b="b"/>
            <a:pathLst>
              <a:path w="381000" h="969264">
                <a:moveTo>
                  <a:pt x="0" y="0"/>
                </a:moveTo>
                <a:lnTo>
                  <a:pt x="381000" y="0"/>
                </a:lnTo>
                <a:lnTo>
                  <a:pt x="381000" y="969264"/>
                </a:lnTo>
                <a:lnTo>
                  <a:pt x="0" y="96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218011" y="8995210"/>
            <a:ext cx="381000" cy="969264"/>
          </a:xfrm>
          <a:custGeom>
            <a:avLst/>
            <a:gdLst/>
            <a:ahLst/>
            <a:cxnLst/>
            <a:rect l="l" t="t" r="r" b="b"/>
            <a:pathLst>
              <a:path w="381000" h="969264">
                <a:moveTo>
                  <a:pt x="0" y="0"/>
                </a:moveTo>
                <a:lnTo>
                  <a:pt x="381000" y="0"/>
                </a:lnTo>
                <a:lnTo>
                  <a:pt x="381000" y="969264"/>
                </a:lnTo>
                <a:lnTo>
                  <a:pt x="0" y="9692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2292106" y="9053132"/>
            <a:ext cx="853440" cy="853440"/>
          </a:xfrm>
          <a:custGeom>
            <a:avLst/>
            <a:gdLst/>
            <a:ahLst/>
            <a:cxnLst/>
            <a:rect l="l" t="t" r="r" b="b"/>
            <a:pathLst>
              <a:path w="853440" h="853440">
                <a:moveTo>
                  <a:pt x="0" y="0"/>
                </a:moveTo>
                <a:lnTo>
                  <a:pt x="853440" y="0"/>
                </a:lnTo>
                <a:lnTo>
                  <a:pt x="853440" y="853440"/>
                </a:lnTo>
                <a:lnTo>
                  <a:pt x="0" y="8534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205216" y="8131369"/>
            <a:ext cx="7315200" cy="1923288"/>
          </a:xfrm>
          <a:custGeom>
            <a:avLst/>
            <a:gdLst/>
            <a:ahLst/>
            <a:cxnLst/>
            <a:rect l="l" t="t" r="r" b="b"/>
            <a:pathLst>
              <a:path w="7315200" h="1923288">
                <a:moveTo>
                  <a:pt x="0" y="0"/>
                </a:moveTo>
                <a:lnTo>
                  <a:pt x="7315200" y="0"/>
                </a:lnTo>
                <a:lnTo>
                  <a:pt x="7315200" y="1923288"/>
                </a:lnTo>
                <a:lnTo>
                  <a:pt x="0" y="1923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7942005" y="5915993"/>
            <a:ext cx="2403991" cy="34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1"/>
              </a:lnSpc>
              <a:spcBef>
                <a:spcPct val="0"/>
              </a:spcBef>
            </a:pPr>
            <a:r>
              <a:rPr lang="en-US" sz="2051" spc="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For Your Attention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2180" y="-12835"/>
            <a:ext cx="5105400" cy="5181600"/>
            <a:chOff x="0" y="0"/>
            <a:chExt cx="6807200" cy="6908800"/>
          </a:xfrm>
        </p:grpSpPr>
        <p:sp>
          <p:nvSpPr>
            <p:cNvPr id="25" name="Freeform 25"/>
            <p:cNvSpPr/>
            <p:nvPr/>
          </p:nvSpPr>
          <p:spPr>
            <a:xfrm>
              <a:off x="546" y="1194"/>
              <a:ext cx="6806107" cy="6906412"/>
            </a:xfrm>
            <a:custGeom>
              <a:avLst/>
              <a:gdLst/>
              <a:ahLst/>
              <a:cxnLst/>
              <a:rect l="l" t="t" r="r" b="b"/>
              <a:pathLst>
                <a:path w="6806107" h="6906412">
                  <a:moveTo>
                    <a:pt x="0" y="0"/>
                  </a:moveTo>
                  <a:lnTo>
                    <a:pt x="6806108" y="0"/>
                  </a:lnTo>
                  <a:lnTo>
                    <a:pt x="6806108" y="6906412"/>
                  </a:lnTo>
                  <a:lnTo>
                    <a:pt x="0" y="6906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59727" t="-57407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-1309942" y="-1009493"/>
            <a:ext cx="6577584" cy="5602224"/>
            <a:chOff x="0" y="0"/>
            <a:chExt cx="8770112" cy="7469632"/>
          </a:xfrm>
        </p:grpSpPr>
        <p:sp>
          <p:nvSpPr>
            <p:cNvPr id="27" name="Freeform 27"/>
            <p:cNvSpPr/>
            <p:nvPr/>
          </p:nvSpPr>
          <p:spPr>
            <a:xfrm>
              <a:off x="1816710" y="1330071"/>
              <a:ext cx="5590641" cy="5644833"/>
            </a:xfrm>
            <a:custGeom>
              <a:avLst/>
              <a:gdLst/>
              <a:ahLst/>
              <a:cxnLst/>
              <a:rect l="l" t="t" r="r" b="b"/>
              <a:pathLst>
                <a:path w="5590641" h="5644833">
                  <a:moveTo>
                    <a:pt x="0" y="0"/>
                  </a:moveTo>
                  <a:lnTo>
                    <a:pt x="5590641" y="0"/>
                  </a:lnTo>
                  <a:lnTo>
                    <a:pt x="5590641" y="5644833"/>
                  </a:lnTo>
                  <a:lnTo>
                    <a:pt x="0" y="5644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-5633" t="-4619" r="83" b="82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-4248100" y="-2009407"/>
            <a:ext cx="9407614" cy="7179610"/>
            <a:chOff x="-12702039" y="-12388620"/>
            <a:chExt cx="33976577" cy="33976577"/>
          </a:xfrm>
        </p:grpSpPr>
        <p:sp>
          <p:nvSpPr>
            <p:cNvPr id="29" name="Freeform 29"/>
            <p:cNvSpPr/>
            <p:nvPr/>
          </p:nvSpPr>
          <p:spPr>
            <a:xfrm>
              <a:off x="-7" y="-2"/>
              <a:ext cx="33976587" cy="33976573"/>
            </a:xfrm>
            <a:custGeom>
              <a:avLst/>
              <a:gdLst/>
              <a:ahLst/>
              <a:cxnLst/>
              <a:rect l="l" t="t" r="r" b="b"/>
              <a:pathLst>
                <a:path w="33976587" h="33976573">
                  <a:moveTo>
                    <a:pt x="33976587" y="0"/>
                  </a:moveTo>
                  <a:lnTo>
                    <a:pt x="33976587" y="33976573"/>
                  </a:lnTo>
                  <a:lnTo>
                    <a:pt x="0" y="33976573"/>
                  </a:lnTo>
                  <a:lnTo>
                    <a:pt x="0" y="0"/>
                  </a:lnTo>
                  <a:lnTo>
                    <a:pt x="3397658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-862505" y="322525"/>
            <a:ext cx="5104580" cy="3895663"/>
            <a:chOff x="-983934" y="-814588"/>
            <a:chExt cx="18439828" cy="18439828"/>
          </a:xfrm>
        </p:grpSpPr>
        <p:sp>
          <p:nvSpPr>
            <p:cNvPr id="31" name="Freeform 31"/>
            <p:cNvSpPr/>
            <p:nvPr/>
          </p:nvSpPr>
          <p:spPr>
            <a:xfrm>
              <a:off x="1" y="-3"/>
              <a:ext cx="18439830" cy="18439830"/>
            </a:xfrm>
            <a:custGeom>
              <a:avLst/>
              <a:gdLst/>
              <a:ahLst/>
              <a:cxnLst/>
              <a:rect l="l" t="t" r="r" b="b"/>
              <a:pathLst>
                <a:path w="18439830" h="18439830">
                  <a:moveTo>
                    <a:pt x="18439830" y="0"/>
                  </a:moveTo>
                  <a:lnTo>
                    <a:pt x="18439830" y="18439829"/>
                  </a:lnTo>
                  <a:lnTo>
                    <a:pt x="0" y="18439829"/>
                  </a:lnTo>
                  <a:lnTo>
                    <a:pt x="0" y="0"/>
                  </a:lnTo>
                  <a:lnTo>
                    <a:pt x="1843983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3693114" y="3660284"/>
            <a:ext cx="10901773" cy="229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810"/>
              </a:lnSpc>
              <a:spcBef>
                <a:spcPct val="0"/>
              </a:spcBef>
            </a:pPr>
            <a:r>
              <a:rPr lang="en-US" sz="12721" spc="25">
                <a:solidFill>
                  <a:srgbClr val="101B40"/>
                </a:solidFill>
                <a:latin typeface="Brick Sans"/>
                <a:ea typeface="Brick Sans"/>
                <a:cs typeface="Brick Sans"/>
                <a:sym typeface="Brick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511</Words>
  <Application>Microsoft Office PowerPoint</Application>
  <PresentationFormat>Custom</PresentationFormat>
  <Paragraphs>133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8" baseType="lpstr">
      <vt:lpstr>Montserrat Semi-Bold</vt:lpstr>
      <vt:lpstr>Shrikhand</vt:lpstr>
      <vt:lpstr>Montserrat</vt:lpstr>
      <vt:lpstr>Gagalin</vt:lpstr>
      <vt:lpstr>Brick Sans</vt:lpstr>
      <vt:lpstr>Montserrat Bold</vt:lpstr>
      <vt:lpstr>Ahsing</vt:lpstr>
      <vt:lpstr>Canva Sans</vt:lpstr>
      <vt:lpstr>Arial</vt:lpstr>
      <vt:lpstr>Poppins Bold Italics</vt:lpstr>
      <vt:lpstr>Fredoka</vt:lpstr>
      <vt:lpstr>Canva Sans Bold</vt:lpstr>
      <vt:lpstr>Poppins Semi-Bold</vt:lpstr>
      <vt:lpstr>Handsome</vt:lpstr>
      <vt:lpstr>Canva Sans Medium</vt:lpstr>
      <vt:lpstr>Calibri</vt:lpstr>
      <vt:lpstr>League Spartan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Prasunethon 2.0_Kalki_Narula Institute of Technology</dc:title>
  <dc:creator>Ishrat parveen</dc:creator>
  <cp:lastModifiedBy>Ishrat parveen</cp:lastModifiedBy>
  <cp:revision>4</cp:revision>
  <dcterms:created xsi:type="dcterms:W3CDTF">2006-08-16T00:00:00Z</dcterms:created>
  <dcterms:modified xsi:type="dcterms:W3CDTF">2026-08-23T16:05:46Z</dcterms:modified>
  <dc:identifier>DAHQzffB_MM</dc:identifier>
</cp:coreProperties>
</file>